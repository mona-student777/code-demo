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4.xml" ContentType="application/vnd.openxmlformats-officedocument.theme+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5.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 id="2147483674" r:id="rId3"/>
    <p:sldMasterId id="2147483687" r:id="rId4"/>
    <p:sldMasterId id="2147483700" r:id="rId5"/>
    <p:sldMasterId id="2147483713" r:id="rId6"/>
  </p:sldMasterIdLst>
  <p:notesMasterIdLst>
    <p:notesMasterId r:id="rId41"/>
  </p:notesMasterIdLst>
  <p:handoutMasterIdLst>
    <p:handoutMasterId r:id="rId42"/>
  </p:handoutMasterIdLst>
  <p:sldIdLst>
    <p:sldId id="289" r:id="rId7"/>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9144000" cy="6858000" type="screen4x3"/>
  <p:notesSz cx="9144000" cy="6858000"/>
  <p:embeddedFontLst>
    <p:embeddedFont>
      <p:font typeface="Calibri" panose="020F0502020204030204" pitchFamily="34" charset="0"/>
      <p:regular r:id="rId43"/>
      <p:bold r:id="rId44"/>
      <p:italic r:id="rId45"/>
      <p:boldItalic r:id="rId46"/>
    </p:embeddedFont>
    <p:embeddedFont>
      <p:font typeface="Libre Baskerville" panose="02000000000000000000" pitchFamily="2" charset="0"/>
      <p:regular r:id="rId47"/>
      <p:bold r:id="rId48"/>
      <p:italic r:id="rId49"/>
    </p:embeddedFont>
    <p:embeddedFont>
      <p:font typeface="Trebuchet MS" panose="020B0603020202020204" pitchFamily="34" charset="0"/>
      <p:regular r:id="rId50"/>
      <p:bold r:id="rId51"/>
      <p:italic r:id="rId52"/>
      <p:boldItalic r:id="rId5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4" roundtripDataSignature="AMtx7mjhgebRw7Z3D72T6zMtj7K0bRoNb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556" autoAdjust="0"/>
    <p:restoredTop sz="86060" autoAdjust="0"/>
  </p:normalViewPr>
  <p:slideViewPr>
    <p:cSldViewPr snapToGrid="0">
      <p:cViewPr>
        <p:scale>
          <a:sx n="50" d="100"/>
          <a:sy n="50" d="100"/>
        </p:scale>
        <p:origin x="604" y="128"/>
      </p:cViewPr>
      <p:guideLst/>
    </p:cSldViewPr>
  </p:slideViewPr>
  <p:outlineViewPr>
    <p:cViewPr>
      <p:scale>
        <a:sx n="33" d="100"/>
        <a:sy n="33" d="100"/>
      </p:scale>
      <p:origin x="0" y="-2000"/>
    </p:cViewPr>
  </p:outlineViewPr>
  <p:notesTextViewPr>
    <p:cViewPr>
      <p:scale>
        <a:sx n="1" d="1"/>
        <a:sy n="1" d="1"/>
      </p:scale>
      <p:origin x="0" y="0"/>
    </p:cViewPr>
  </p:notesTextViewPr>
  <p:sorterViewPr>
    <p:cViewPr>
      <p:scale>
        <a:sx n="100" d="100"/>
        <a:sy n="100" d="100"/>
      </p:scale>
      <p:origin x="0" y="-8484"/>
    </p:cViewPr>
  </p:sorterViewPr>
  <p:notesViewPr>
    <p:cSldViewPr snapToGrid="0">
      <p:cViewPr varScale="1">
        <p:scale>
          <a:sx n="64" d="100"/>
          <a:sy n="64" d="100"/>
        </p:scale>
        <p:origin x="1948" y="3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handoutMaster" Target="handoutMasters/handoutMaster1.xml"/><Relationship Id="rId47" Type="http://schemas.openxmlformats.org/officeDocument/2006/relationships/font" Target="fonts/font5.fntdata"/><Relationship Id="rId50" Type="http://schemas.openxmlformats.org/officeDocument/2006/relationships/font" Target="fonts/font8.fntdata"/><Relationship Id="rId55" Type="http://schemas.openxmlformats.org/officeDocument/2006/relationships/presProps" Target="presProps.xml"/><Relationship Id="rId7" Type="http://schemas.openxmlformats.org/officeDocument/2006/relationships/slide" Target="slides/slide1.xml"/><Relationship Id="rId2" Type="http://schemas.openxmlformats.org/officeDocument/2006/relationships/slideMaster" Target="slideMasters/slideMaster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font" Target="fonts/font3.fntdata"/><Relationship Id="rId53" Type="http://schemas.openxmlformats.org/officeDocument/2006/relationships/font" Target="fonts/font11.fntdata"/><Relationship Id="rId58" Type="http://schemas.openxmlformats.org/officeDocument/2006/relationships/tableStyles" Target="tableStyles.xml"/><Relationship Id="rId5" Type="http://schemas.openxmlformats.org/officeDocument/2006/relationships/slideMaster" Target="slideMasters/slideMaster5.xml"/><Relationship Id="rId19" Type="http://schemas.openxmlformats.org/officeDocument/2006/relationships/slide" Target="slides/slide13.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font" Target="fonts/font1.fntdata"/><Relationship Id="rId48" Type="http://schemas.openxmlformats.org/officeDocument/2006/relationships/font" Target="fonts/font6.fntdata"/><Relationship Id="rId56" Type="http://schemas.openxmlformats.org/officeDocument/2006/relationships/viewProps" Target="viewProps.xml"/><Relationship Id="rId8" Type="http://schemas.openxmlformats.org/officeDocument/2006/relationships/slide" Target="slides/slide2.xml"/><Relationship Id="rId51" Type="http://schemas.openxmlformats.org/officeDocument/2006/relationships/font" Target="fonts/font9.fntdata"/><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font" Target="fonts/font4.fntdata"/><Relationship Id="rId20" Type="http://schemas.openxmlformats.org/officeDocument/2006/relationships/slide" Target="slides/slide14.xml"/><Relationship Id="rId41" Type="http://schemas.openxmlformats.org/officeDocument/2006/relationships/notesMaster" Target="notesMasters/notesMaster1.xml"/><Relationship Id="rId54"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font" Target="fonts/font7.fntdata"/><Relationship Id="rId57" Type="http://schemas.openxmlformats.org/officeDocument/2006/relationships/theme" Target="theme/theme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font" Target="fonts/font2.fntdata"/><Relationship Id="rId52" Type="http://schemas.openxmlformats.org/officeDocument/2006/relationships/font" Target="fonts/font10.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556B381-ED0A-8D44-7D1E-0FBC8FA2EA3B}"/>
              </a:ext>
            </a:extLst>
          </p:cNvPr>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DC9E90A1-142C-CF31-EB98-92A7E1615DA6}"/>
              </a:ext>
            </a:extLst>
          </p:cNvPr>
          <p:cNvSpPr>
            <a:spLocks noGrp="1"/>
          </p:cNvSpPr>
          <p:nvPr>
            <p:ph type="dt" sz="quarter" idx="1"/>
          </p:nvPr>
        </p:nvSpPr>
        <p:spPr>
          <a:xfrm>
            <a:off x="5180013" y="0"/>
            <a:ext cx="3962400" cy="344488"/>
          </a:xfrm>
          <a:prstGeom prst="rect">
            <a:avLst/>
          </a:prstGeom>
        </p:spPr>
        <p:txBody>
          <a:bodyPr vert="horz" lIns="91440" tIns="45720" rIns="91440" bIns="45720" rtlCol="0"/>
          <a:lstStyle>
            <a:lvl1pPr algn="r">
              <a:defRPr sz="1200"/>
            </a:lvl1pPr>
          </a:lstStyle>
          <a:p>
            <a:fld id="{CDB84274-7BD9-43E6-82ED-EFF9FDDED089}" type="datetimeFigureOut">
              <a:rPr lang="en-IN" smtClean="0"/>
              <a:t>14-12-2022</a:t>
            </a:fld>
            <a:endParaRPr lang="en-IN"/>
          </a:p>
        </p:txBody>
      </p:sp>
      <p:sp>
        <p:nvSpPr>
          <p:cNvPr id="4" name="Footer Placeholder 3">
            <a:extLst>
              <a:ext uri="{FF2B5EF4-FFF2-40B4-BE49-F238E27FC236}">
                <a16:creationId xmlns:a16="http://schemas.microsoft.com/office/drawing/2014/main" id="{451D4505-0C68-45FC-EC8B-36BF42817F99}"/>
              </a:ext>
            </a:extLst>
          </p:cNvPr>
          <p:cNvSpPr>
            <a:spLocks noGrp="1"/>
          </p:cNvSpPr>
          <p:nvPr>
            <p:ph type="ftr" sz="quarter" idx="2"/>
          </p:nvPr>
        </p:nvSpPr>
        <p:spPr>
          <a:xfrm>
            <a:off x="0" y="6513513"/>
            <a:ext cx="3962400" cy="3444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128FD4BA-2853-21B9-0AF1-EB7F3DDDDDD9}"/>
              </a:ext>
            </a:extLst>
          </p:cNvPr>
          <p:cNvSpPr>
            <a:spLocks noGrp="1"/>
          </p:cNvSpPr>
          <p:nvPr>
            <p:ph type="sldNum" sz="quarter" idx="3"/>
          </p:nvPr>
        </p:nvSpPr>
        <p:spPr>
          <a:xfrm>
            <a:off x="5180013" y="6513513"/>
            <a:ext cx="3962400" cy="344487"/>
          </a:xfrm>
          <a:prstGeom prst="rect">
            <a:avLst/>
          </a:prstGeom>
        </p:spPr>
        <p:txBody>
          <a:bodyPr vert="horz" lIns="91440" tIns="45720" rIns="91440" bIns="45720" rtlCol="0" anchor="b"/>
          <a:lstStyle>
            <a:lvl1pPr algn="r">
              <a:defRPr sz="1200"/>
            </a:lvl1pPr>
          </a:lstStyle>
          <a:p>
            <a:fld id="{DC9A2A7F-2D9F-44B0-BF51-36732A78E69F}" type="slidenum">
              <a:rPr lang="en-IN" smtClean="0"/>
              <a:t>‹#›</a:t>
            </a:fld>
            <a:endParaRPr lang="en-IN"/>
          </a:p>
        </p:txBody>
      </p:sp>
    </p:spTree>
    <p:extLst>
      <p:ext uri="{BB962C8B-B14F-4D97-AF65-F5344CB8AC3E}">
        <p14:creationId xmlns:p14="http://schemas.microsoft.com/office/powerpoint/2010/main" val="185292039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08075" y="812800"/>
            <a:ext cx="5343525" cy="40084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756000" y="5078520"/>
            <a:ext cx="6047640" cy="4811040"/>
          </a:xfrm>
          <a:prstGeom prst="rect">
            <a:avLst/>
          </a:prstGeom>
          <a:noFill/>
          <a:ln>
            <a:noFill/>
          </a:ln>
        </p:spPr>
        <p:txBody>
          <a:bodyPr spcFirstLastPara="1" wrap="square" lIns="0" tIns="0" rIns="0" bIns="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5" name="Google Shape;5;n"/>
          <p:cNvSpPr txBox="1">
            <a:spLocks noGrp="1"/>
          </p:cNvSpPr>
          <p:nvPr>
            <p:ph type="hdr" idx="3"/>
          </p:nvPr>
        </p:nvSpPr>
        <p:spPr>
          <a:xfrm>
            <a:off x="0" y="0"/>
            <a:ext cx="3280680" cy="534240"/>
          </a:xfrm>
          <a:prstGeom prst="rect">
            <a:avLst/>
          </a:prstGeom>
          <a:noFill/>
          <a:ln>
            <a:noFill/>
          </a:ln>
        </p:spPr>
        <p:txBody>
          <a:bodyPr spcFirstLastPara="1" wrap="square" lIns="0" tIns="0" rIns="0" bIns="0"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6" name="Google Shape;6;n"/>
          <p:cNvSpPr txBox="1">
            <a:spLocks noGrp="1"/>
          </p:cNvSpPr>
          <p:nvPr>
            <p:ph type="dt" idx="10"/>
          </p:nvPr>
        </p:nvSpPr>
        <p:spPr>
          <a:xfrm>
            <a:off x="4278960" y="0"/>
            <a:ext cx="3280680" cy="534240"/>
          </a:xfrm>
          <a:prstGeom prst="rect">
            <a:avLst/>
          </a:prstGeom>
          <a:noFill/>
          <a:ln>
            <a:noFill/>
          </a:ln>
        </p:spPr>
        <p:txBody>
          <a:bodyPr spcFirstLastPara="1" wrap="square" lIns="0" tIns="0" rIns="0" bIns="0"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10157400"/>
            <a:ext cx="3280680" cy="534240"/>
          </a:xfrm>
          <a:prstGeom prst="rect">
            <a:avLst/>
          </a:prstGeom>
          <a:noFill/>
          <a:ln>
            <a:noFill/>
          </a:ln>
        </p:spPr>
        <p:txBody>
          <a:bodyPr spcFirstLastPara="1" wrap="square" lIns="0" tIns="0" rIns="0" bIns="0" anchor="b"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8" name="Google Shape;8;n"/>
          <p:cNvSpPr txBox="1">
            <a:spLocks noGrp="1"/>
          </p:cNvSpPr>
          <p:nvPr>
            <p:ph type="sldNum" idx="12"/>
          </p:nvPr>
        </p:nvSpPr>
        <p:spPr>
          <a:xfrm>
            <a:off x="4278960" y="10157400"/>
            <a:ext cx="3280680" cy="534240"/>
          </a:xfrm>
          <a:prstGeom prst="rect">
            <a:avLst/>
          </a:prstGeom>
          <a:noFill/>
          <a:ln>
            <a:noFill/>
          </a:ln>
        </p:spPr>
        <p:txBody>
          <a:bodyPr spcFirstLastPara="1" wrap="square" lIns="0" tIns="0" rIns="0" bIns="0" anchor="b" anchorCtr="0">
            <a:noAutofit/>
          </a:bodyPr>
          <a:lstStyle/>
          <a:p>
            <a:pPr marL="0" marR="0" lvl="0" indent="0" algn="r" rtl="0">
              <a:spcBef>
                <a:spcPts val="0"/>
              </a:spcBef>
              <a:spcAft>
                <a:spcPts val="0"/>
              </a:spcAft>
              <a:buNone/>
            </a:pPr>
            <a:fld id="{00000000-1234-1234-1234-123412341234}" type="slidenum">
              <a:rPr lang="en-IN" sz="1400" b="0" i="0" u="none" strike="noStrike" cap="none">
                <a:latin typeface="Times New Roman"/>
                <a:ea typeface="Times New Roman"/>
                <a:cs typeface="Times New Roman"/>
                <a:sym typeface="Times New Roman"/>
              </a:rPr>
              <a:t>‹#›</a:t>
            </a:fld>
            <a:endParaRPr sz="1400" b="0" i="0" u="none" strike="noStrike" cap="none">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p:cNvGrpSpPr/>
        <p:nvPr/>
      </p:nvGrpSpPr>
      <p:grpSpPr>
        <a:xfrm>
          <a:off x="0" y="0"/>
          <a:ext cx="0" cy="0"/>
          <a:chOff x="0" y="0"/>
          <a:chExt cx="0" cy="0"/>
        </a:xfrm>
      </p:grpSpPr>
      <p:sp>
        <p:nvSpPr>
          <p:cNvPr id="789" name="Google Shape;789;p32: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dirty="0"/>
          </a:p>
        </p:txBody>
      </p:sp>
      <p:sp>
        <p:nvSpPr>
          <p:cNvPr id="790" name="Google Shape;790;p32:notes"/>
          <p:cNvSpPr>
            <a:spLocks noGrp="1" noRot="1" noChangeAspect="1"/>
          </p:cNvSpPr>
          <p:nvPr>
            <p:ph type="sldImg" idx="2"/>
          </p:nvPr>
        </p:nvSpPr>
        <p:spPr>
          <a:xfrm>
            <a:off x="1108075" y="812800"/>
            <a:ext cx="5343525"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5351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1:notes"/>
          <p:cNvSpPr>
            <a:spLocks noGrp="1" noRot="1" noChangeAspect="1"/>
          </p:cNvSpPr>
          <p:nvPr>
            <p:ph type="sldImg" idx="2"/>
          </p:nvPr>
        </p:nvSpPr>
        <p:spPr>
          <a:xfrm>
            <a:off x="3030538" y="857250"/>
            <a:ext cx="3081337" cy="2311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9" name="Google Shape;329;p1:notes"/>
          <p:cNvSpPr txBox="1">
            <a:spLocks noGrp="1"/>
          </p:cNvSpPr>
          <p:nvPr>
            <p:ph type="body" idx="1"/>
          </p:nvPr>
        </p:nvSpPr>
        <p:spPr>
          <a:xfrm>
            <a:off x="914400" y="3300480"/>
            <a:ext cx="7312680" cy="269784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endParaRPr sz="2000" b="0" strike="noStrike" dirty="0">
              <a:latin typeface="Arial"/>
              <a:ea typeface="Arial"/>
              <a:cs typeface="Arial"/>
              <a:sym typeface="Arial"/>
            </a:endParaRPr>
          </a:p>
        </p:txBody>
      </p:sp>
      <p:sp>
        <p:nvSpPr>
          <p:cNvPr id="330" name="Google Shape;330;p1:notes"/>
          <p:cNvSpPr/>
          <p:nvPr/>
        </p:nvSpPr>
        <p:spPr>
          <a:xfrm>
            <a:off x="5179320" y="6513840"/>
            <a:ext cx="3960000" cy="341640"/>
          </a:xfrm>
          <a:prstGeom prst="rect">
            <a:avLst/>
          </a:prstGeom>
          <a:noFill/>
          <a:ln>
            <a:noFill/>
          </a:ln>
        </p:spPr>
        <p:txBody>
          <a:bodyPr spcFirstLastPara="1" wrap="square" lIns="90000" tIns="45000" rIns="90000" bIns="45000" anchor="b" anchorCtr="0">
            <a:noAutofit/>
          </a:bodyPr>
          <a:lstStyle/>
          <a:p>
            <a:pPr marL="0" marR="0" lvl="0" indent="0" algn="l" rtl="0">
              <a:lnSpc>
                <a:spcPct val="100000"/>
              </a:lnSpc>
              <a:spcBef>
                <a:spcPts val="0"/>
              </a:spcBef>
              <a:spcAft>
                <a:spcPts val="0"/>
              </a:spcAft>
              <a:buNone/>
            </a:pPr>
            <a:fld id="{00000000-1234-1234-1234-123412341234}" type="slidenum">
              <a:rPr lang="en-IN" sz="1400" b="0" i="0" u="none" strike="noStrike" cap="none">
                <a:solidFill>
                  <a:srgbClr val="000000"/>
                </a:solidFill>
                <a:latin typeface="Arial"/>
                <a:ea typeface="Arial"/>
                <a:cs typeface="Arial"/>
                <a:sym typeface="Arial"/>
              </a:rPr>
              <a:t>2</a:t>
            </a:fld>
            <a:endParaRPr sz="1400" b="0" i="0" u="none" strike="noStrike" cap="none" dirty="0">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2:notes"/>
          <p:cNvSpPr>
            <a:spLocks noGrp="1" noRot="1" noChangeAspect="1"/>
          </p:cNvSpPr>
          <p:nvPr>
            <p:ph type="sldImg" idx="2"/>
          </p:nvPr>
        </p:nvSpPr>
        <p:spPr>
          <a:xfrm>
            <a:off x="3030538" y="857250"/>
            <a:ext cx="3081337" cy="2311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40" name="Google Shape;340;p2:notes"/>
          <p:cNvSpPr txBox="1">
            <a:spLocks noGrp="1"/>
          </p:cNvSpPr>
          <p:nvPr>
            <p:ph type="body" idx="1"/>
          </p:nvPr>
        </p:nvSpPr>
        <p:spPr>
          <a:xfrm>
            <a:off x="914400" y="3300480"/>
            <a:ext cx="7312680" cy="269784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endParaRPr sz="2000" b="0" strike="noStrike" dirty="0">
              <a:latin typeface="Arial"/>
              <a:ea typeface="Arial"/>
              <a:cs typeface="Arial"/>
              <a:sym typeface="Arial"/>
            </a:endParaRPr>
          </a:p>
        </p:txBody>
      </p:sp>
      <p:sp>
        <p:nvSpPr>
          <p:cNvPr id="341" name="Google Shape;341;p2:notes"/>
          <p:cNvSpPr/>
          <p:nvPr/>
        </p:nvSpPr>
        <p:spPr>
          <a:xfrm>
            <a:off x="5179320" y="6513840"/>
            <a:ext cx="3960000" cy="341640"/>
          </a:xfrm>
          <a:prstGeom prst="rect">
            <a:avLst/>
          </a:prstGeom>
          <a:noFill/>
          <a:ln>
            <a:noFill/>
          </a:ln>
        </p:spPr>
        <p:txBody>
          <a:bodyPr spcFirstLastPara="1" wrap="square" lIns="90000" tIns="45000" rIns="90000" bIns="45000" anchor="b" anchorCtr="0">
            <a:noAutofit/>
          </a:bodyPr>
          <a:lstStyle/>
          <a:p>
            <a:pPr marL="0" marR="0" lvl="0" indent="0" algn="l" rtl="0">
              <a:lnSpc>
                <a:spcPct val="100000"/>
              </a:lnSpc>
              <a:spcBef>
                <a:spcPts val="0"/>
              </a:spcBef>
              <a:spcAft>
                <a:spcPts val="0"/>
              </a:spcAft>
              <a:buNone/>
            </a:pPr>
            <a:fld id="{00000000-1234-1234-1234-123412341234}" type="slidenum">
              <a:rPr lang="en-IN" sz="1400" b="0" i="0" u="none" strike="noStrike" cap="none">
                <a:solidFill>
                  <a:srgbClr val="000000"/>
                </a:solidFill>
                <a:latin typeface="Arial"/>
                <a:ea typeface="Arial"/>
                <a:cs typeface="Arial"/>
                <a:sym typeface="Arial"/>
              </a:rPr>
              <a:t>3</a:t>
            </a:fld>
            <a:endParaRPr sz="1400" b="0" i="0" u="none" strike="noStrike" cap="none" dirty="0">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3:notes"/>
          <p:cNvSpPr>
            <a:spLocks noGrp="1" noRot="1" noChangeAspect="1"/>
          </p:cNvSpPr>
          <p:nvPr>
            <p:ph type="sldImg" idx="2"/>
          </p:nvPr>
        </p:nvSpPr>
        <p:spPr>
          <a:xfrm>
            <a:off x="3030538" y="857250"/>
            <a:ext cx="3081337" cy="2311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4" name="Google Shape;374;p3:notes"/>
          <p:cNvSpPr txBox="1">
            <a:spLocks noGrp="1"/>
          </p:cNvSpPr>
          <p:nvPr>
            <p:ph type="body" idx="1"/>
          </p:nvPr>
        </p:nvSpPr>
        <p:spPr>
          <a:xfrm>
            <a:off x="914400" y="3300480"/>
            <a:ext cx="7312680" cy="269784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endParaRPr sz="2000" b="0" strike="noStrike" dirty="0">
              <a:latin typeface="Arial"/>
              <a:ea typeface="Arial"/>
              <a:cs typeface="Arial"/>
              <a:sym typeface="Arial"/>
            </a:endParaRPr>
          </a:p>
        </p:txBody>
      </p:sp>
      <p:sp>
        <p:nvSpPr>
          <p:cNvPr id="375" name="Google Shape;375;p3:notes"/>
          <p:cNvSpPr/>
          <p:nvPr/>
        </p:nvSpPr>
        <p:spPr>
          <a:xfrm>
            <a:off x="5179320" y="6513840"/>
            <a:ext cx="3960000" cy="341640"/>
          </a:xfrm>
          <a:prstGeom prst="rect">
            <a:avLst/>
          </a:prstGeom>
          <a:noFill/>
          <a:ln>
            <a:noFill/>
          </a:ln>
        </p:spPr>
        <p:txBody>
          <a:bodyPr spcFirstLastPara="1" wrap="square" lIns="90000" tIns="45000" rIns="90000" bIns="45000" anchor="b" anchorCtr="0">
            <a:noAutofit/>
          </a:bodyPr>
          <a:lstStyle/>
          <a:p>
            <a:pPr marL="0" marR="0" lvl="0" indent="0" algn="r" rtl="0">
              <a:lnSpc>
                <a:spcPct val="100000"/>
              </a:lnSpc>
              <a:spcBef>
                <a:spcPts val="0"/>
              </a:spcBef>
              <a:spcAft>
                <a:spcPts val="0"/>
              </a:spcAft>
              <a:buNone/>
            </a:pPr>
            <a:fld id="{00000000-1234-1234-1234-123412341234}" type="slidenum">
              <a:rPr lang="en-IN" sz="1400" b="0" i="0" u="none" strike="noStrike" cap="none">
                <a:solidFill>
                  <a:srgbClr val="000000"/>
                </a:solidFill>
                <a:latin typeface="Times New Roman"/>
                <a:ea typeface="Times New Roman"/>
                <a:cs typeface="Times New Roman"/>
                <a:sym typeface="Times New Roman"/>
              </a:rPr>
              <a:t>4</a:t>
            </a:fld>
            <a:endParaRPr sz="1400" b="0" i="0" u="none" strike="noStrike" cap="none" dirty="0">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p4:notes"/>
          <p:cNvSpPr>
            <a:spLocks noGrp="1" noRot="1" noChangeAspect="1"/>
          </p:cNvSpPr>
          <p:nvPr>
            <p:ph type="sldImg" idx="2"/>
          </p:nvPr>
        </p:nvSpPr>
        <p:spPr>
          <a:xfrm>
            <a:off x="3030538" y="857250"/>
            <a:ext cx="3081337" cy="2311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83" name="Google Shape;383;p4:notes"/>
          <p:cNvSpPr txBox="1">
            <a:spLocks noGrp="1"/>
          </p:cNvSpPr>
          <p:nvPr>
            <p:ph type="body" idx="1"/>
          </p:nvPr>
        </p:nvSpPr>
        <p:spPr>
          <a:xfrm>
            <a:off x="914400" y="3300480"/>
            <a:ext cx="7312680" cy="2697840"/>
          </a:xfrm>
          <a:prstGeom prst="rect">
            <a:avLst/>
          </a:prstGeom>
          <a:noFill/>
          <a:ln>
            <a:noFill/>
          </a:ln>
        </p:spPr>
        <p:txBody>
          <a:bodyPr spcFirstLastPara="1" wrap="square" lIns="0" tIns="0" rIns="0" bIns="0" anchor="t" anchorCtr="0">
            <a:noAutofit/>
          </a:bodyPr>
          <a:lstStyle/>
          <a:p>
            <a:pPr marL="216000" lvl="0" indent="-214199" algn="l" rtl="0">
              <a:lnSpc>
                <a:spcPct val="100000"/>
              </a:lnSpc>
              <a:spcBef>
                <a:spcPts val="0"/>
              </a:spcBef>
              <a:spcAft>
                <a:spcPts val="0"/>
              </a:spcAft>
              <a:buNone/>
            </a:pPr>
            <a:r>
              <a:rPr lang="en-IN" sz="1200" b="0" strike="noStrike" dirty="0">
                <a:solidFill>
                  <a:srgbClr val="000000"/>
                </a:solidFill>
                <a:latin typeface="Calibri"/>
                <a:ea typeface="Calibri"/>
                <a:cs typeface="Calibri"/>
                <a:sym typeface="Calibri"/>
              </a:rPr>
              <a:t>Ask the participants what do they know about PowerPoint and later get into presentation program &gt; PPT – 2 mins</a:t>
            </a:r>
            <a:endParaRPr sz="1200" b="0" strike="noStrike" dirty="0">
              <a:latin typeface="Arial"/>
              <a:ea typeface="Arial"/>
              <a:cs typeface="Arial"/>
              <a:sym typeface="Arial"/>
            </a:endParaRPr>
          </a:p>
        </p:txBody>
      </p:sp>
      <p:sp>
        <p:nvSpPr>
          <p:cNvPr id="384" name="Google Shape;384;p4:notes"/>
          <p:cNvSpPr/>
          <p:nvPr/>
        </p:nvSpPr>
        <p:spPr>
          <a:xfrm>
            <a:off x="5179320" y="6513840"/>
            <a:ext cx="3960000" cy="341640"/>
          </a:xfrm>
          <a:prstGeom prst="rect">
            <a:avLst/>
          </a:prstGeom>
          <a:noFill/>
          <a:ln>
            <a:noFill/>
          </a:ln>
        </p:spPr>
        <p:txBody>
          <a:bodyPr spcFirstLastPara="1" wrap="square" lIns="90000" tIns="45000" rIns="90000" bIns="45000" anchor="b" anchorCtr="0">
            <a:noAutofit/>
          </a:bodyPr>
          <a:lstStyle/>
          <a:p>
            <a:pPr marL="0" marR="0" lvl="0" indent="0" algn="r" rtl="0">
              <a:lnSpc>
                <a:spcPct val="100000"/>
              </a:lnSpc>
              <a:spcBef>
                <a:spcPts val="0"/>
              </a:spcBef>
              <a:spcAft>
                <a:spcPts val="0"/>
              </a:spcAft>
              <a:buNone/>
            </a:pPr>
            <a:fld id="{00000000-1234-1234-1234-123412341234}" type="slidenum">
              <a:rPr lang="en-IN" sz="1400" b="0" i="0" u="none" strike="noStrike" cap="none">
                <a:solidFill>
                  <a:srgbClr val="000000"/>
                </a:solidFill>
                <a:latin typeface="Times New Roman"/>
                <a:ea typeface="Times New Roman"/>
                <a:cs typeface="Times New Roman"/>
                <a:sym typeface="Times New Roman"/>
              </a:rPr>
              <a:t>5</a:t>
            </a:fld>
            <a:endParaRPr sz="1400" b="0" i="0" u="none" strike="noStrike" cap="none" dirty="0">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p5: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dirty="0"/>
          </a:p>
        </p:txBody>
      </p:sp>
      <p:sp>
        <p:nvSpPr>
          <p:cNvPr id="392" name="Google Shape;392;p5:notes"/>
          <p:cNvSpPr>
            <a:spLocks noGrp="1" noRot="1" noChangeAspect="1"/>
          </p:cNvSpPr>
          <p:nvPr>
            <p:ph type="sldImg" idx="2"/>
          </p:nvPr>
        </p:nvSpPr>
        <p:spPr>
          <a:xfrm>
            <a:off x="1108075" y="812800"/>
            <a:ext cx="5343525"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p6: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dirty="0"/>
          </a:p>
        </p:txBody>
      </p:sp>
      <p:sp>
        <p:nvSpPr>
          <p:cNvPr id="424" name="Google Shape;424;p6:notes"/>
          <p:cNvSpPr>
            <a:spLocks noGrp="1" noRot="1" noChangeAspect="1"/>
          </p:cNvSpPr>
          <p:nvPr>
            <p:ph type="sldImg" idx="2"/>
          </p:nvPr>
        </p:nvSpPr>
        <p:spPr>
          <a:xfrm>
            <a:off x="1108075" y="812800"/>
            <a:ext cx="5343525"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p7:notes"/>
          <p:cNvSpPr>
            <a:spLocks noGrp="1" noRot="1" noChangeAspect="1"/>
          </p:cNvSpPr>
          <p:nvPr>
            <p:ph type="sldImg" idx="2"/>
          </p:nvPr>
        </p:nvSpPr>
        <p:spPr>
          <a:xfrm>
            <a:off x="3030538" y="857250"/>
            <a:ext cx="3081337" cy="2311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32" name="Google Shape;432;p7:notes"/>
          <p:cNvSpPr txBox="1">
            <a:spLocks noGrp="1"/>
          </p:cNvSpPr>
          <p:nvPr>
            <p:ph type="body" idx="1"/>
          </p:nvPr>
        </p:nvSpPr>
        <p:spPr>
          <a:xfrm>
            <a:off x="914400" y="3300480"/>
            <a:ext cx="7312680" cy="2697840"/>
          </a:xfrm>
          <a:prstGeom prst="rect">
            <a:avLst/>
          </a:prstGeom>
          <a:noFill/>
          <a:ln>
            <a:noFill/>
          </a:ln>
        </p:spPr>
        <p:txBody>
          <a:bodyPr spcFirstLastPara="1" wrap="square" lIns="0" tIns="0" rIns="0" bIns="0" anchor="t" anchorCtr="0">
            <a:noAutofit/>
          </a:bodyPr>
          <a:lstStyle/>
          <a:p>
            <a:pPr marL="216000" lvl="0" indent="-214199" algn="l" rtl="0">
              <a:lnSpc>
                <a:spcPct val="100000"/>
              </a:lnSpc>
              <a:spcBef>
                <a:spcPts val="0"/>
              </a:spcBef>
              <a:spcAft>
                <a:spcPts val="0"/>
              </a:spcAft>
              <a:buNone/>
            </a:pPr>
            <a:r>
              <a:rPr lang="en-IN" sz="1200" b="0" strike="noStrike" dirty="0">
                <a:solidFill>
                  <a:srgbClr val="000000"/>
                </a:solidFill>
                <a:latin typeface="Calibri"/>
                <a:ea typeface="Calibri"/>
                <a:cs typeface="Calibri"/>
                <a:sym typeface="Calibri"/>
              </a:rPr>
              <a:t>We will create a PPT all along this session while explaining each slide.</a:t>
            </a:r>
            <a:endParaRPr sz="1200" b="0" strike="noStrike" dirty="0">
              <a:latin typeface="Arial"/>
              <a:ea typeface="Arial"/>
              <a:cs typeface="Arial"/>
              <a:sym typeface="Arial"/>
            </a:endParaRPr>
          </a:p>
        </p:txBody>
      </p:sp>
      <p:sp>
        <p:nvSpPr>
          <p:cNvPr id="433" name="Google Shape;433;p7:notes"/>
          <p:cNvSpPr/>
          <p:nvPr/>
        </p:nvSpPr>
        <p:spPr>
          <a:xfrm>
            <a:off x="5179320" y="6513840"/>
            <a:ext cx="3960000" cy="341640"/>
          </a:xfrm>
          <a:prstGeom prst="rect">
            <a:avLst/>
          </a:prstGeom>
          <a:noFill/>
          <a:ln>
            <a:noFill/>
          </a:ln>
        </p:spPr>
        <p:txBody>
          <a:bodyPr spcFirstLastPara="1" wrap="square" lIns="90000" tIns="45000" rIns="90000" bIns="45000" anchor="b" anchorCtr="0">
            <a:noAutofit/>
          </a:bodyPr>
          <a:lstStyle/>
          <a:p>
            <a:pPr marL="0" marR="0" lvl="0" indent="0" algn="r" rtl="0">
              <a:lnSpc>
                <a:spcPct val="100000"/>
              </a:lnSpc>
              <a:spcBef>
                <a:spcPts val="0"/>
              </a:spcBef>
              <a:spcAft>
                <a:spcPts val="0"/>
              </a:spcAft>
              <a:buNone/>
            </a:pPr>
            <a:fld id="{00000000-1234-1234-1234-123412341234}" type="slidenum">
              <a:rPr lang="en-IN" sz="1400" b="0" i="0" u="none" strike="noStrike" cap="none">
                <a:solidFill>
                  <a:srgbClr val="000000"/>
                </a:solidFill>
                <a:latin typeface="Times New Roman"/>
                <a:ea typeface="Times New Roman"/>
                <a:cs typeface="Times New Roman"/>
                <a:sym typeface="Times New Roman"/>
              </a:rPr>
              <a:t>8</a:t>
            </a:fld>
            <a:endParaRPr sz="1400" b="0" i="0" u="none" strike="noStrike" cap="none" dirty="0">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p8:notes"/>
          <p:cNvSpPr>
            <a:spLocks noGrp="1" noRot="1" noChangeAspect="1"/>
          </p:cNvSpPr>
          <p:nvPr>
            <p:ph type="sldImg" idx="2"/>
          </p:nvPr>
        </p:nvSpPr>
        <p:spPr>
          <a:xfrm>
            <a:off x="3030538" y="857250"/>
            <a:ext cx="3081337" cy="2311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45" name="Google Shape;445;p8:notes"/>
          <p:cNvSpPr txBox="1">
            <a:spLocks noGrp="1"/>
          </p:cNvSpPr>
          <p:nvPr>
            <p:ph type="body" idx="1"/>
          </p:nvPr>
        </p:nvSpPr>
        <p:spPr>
          <a:xfrm>
            <a:off x="914400" y="3300480"/>
            <a:ext cx="7312680" cy="2697840"/>
          </a:xfrm>
          <a:prstGeom prst="rect">
            <a:avLst/>
          </a:prstGeom>
          <a:noFill/>
          <a:ln>
            <a:noFill/>
          </a:ln>
        </p:spPr>
        <p:txBody>
          <a:bodyPr spcFirstLastPara="1" wrap="square" lIns="0" tIns="0" rIns="0" bIns="0" anchor="t" anchorCtr="0">
            <a:noAutofit/>
          </a:bodyPr>
          <a:lstStyle/>
          <a:p>
            <a:pPr marL="216000" lvl="0" indent="-214199" algn="l" rtl="0">
              <a:lnSpc>
                <a:spcPct val="100000"/>
              </a:lnSpc>
              <a:spcBef>
                <a:spcPts val="0"/>
              </a:spcBef>
              <a:spcAft>
                <a:spcPts val="0"/>
              </a:spcAft>
              <a:buNone/>
            </a:pPr>
            <a:r>
              <a:rPr lang="en-IN" sz="1200" b="0" strike="noStrike" dirty="0">
                <a:solidFill>
                  <a:srgbClr val="000000"/>
                </a:solidFill>
                <a:latin typeface="Calibri"/>
                <a:ea typeface="Calibri"/>
                <a:cs typeface="Calibri"/>
                <a:sym typeface="Calibri"/>
              </a:rPr>
              <a:t>Every participant will open PPT in their systems</a:t>
            </a:r>
            <a:endParaRPr sz="1200" b="0" strike="noStrike" dirty="0">
              <a:latin typeface="Arial"/>
              <a:ea typeface="Arial"/>
              <a:cs typeface="Arial"/>
              <a:sym typeface="Arial"/>
            </a:endParaRPr>
          </a:p>
        </p:txBody>
      </p:sp>
      <p:sp>
        <p:nvSpPr>
          <p:cNvPr id="446" name="Google Shape;446;p8:notes"/>
          <p:cNvSpPr/>
          <p:nvPr/>
        </p:nvSpPr>
        <p:spPr>
          <a:xfrm>
            <a:off x="5179320" y="6513840"/>
            <a:ext cx="3960000" cy="341640"/>
          </a:xfrm>
          <a:prstGeom prst="rect">
            <a:avLst/>
          </a:prstGeom>
          <a:noFill/>
          <a:ln>
            <a:noFill/>
          </a:ln>
        </p:spPr>
        <p:txBody>
          <a:bodyPr spcFirstLastPara="1" wrap="square" lIns="90000" tIns="45000" rIns="90000" bIns="45000" anchor="b" anchorCtr="0">
            <a:noAutofit/>
          </a:bodyPr>
          <a:lstStyle/>
          <a:p>
            <a:pPr marL="0" marR="0" lvl="0" indent="0" algn="r" rtl="0">
              <a:lnSpc>
                <a:spcPct val="100000"/>
              </a:lnSpc>
              <a:spcBef>
                <a:spcPts val="0"/>
              </a:spcBef>
              <a:spcAft>
                <a:spcPts val="0"/>
              </a:spcAft>
              <a:buNone/>
            </a:pPr>
            <a:fld id="{00000000-1234-1234-1234-123412341234}" type="slidenum">
              <a:rPr lang="en-IN" sz="1400" b="0" i="0" u="none" strike="noStrike" cap="none">
                <a:solidFill>
                  <a:srgbClr val="000000"/>
                </a:solidFill>
                <a:latin typeface="Times New Roman"/>
                <a:ea typeface="Times New Roman"/>
                <a:cs typeface="Times New Roman"/>
                <a:sym typeface="Times New Roman"/>
              </a:rPr>
              <a:t>9</a:t>
            </a:fld>
            <a:endParaRPr sz="1400" b="0" i="0" u="none" strike="noStrike" cap="none" dirty="0">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p9:notes"/>
          <p:cNvSpPr>
            <a:spLocks noGrp="1" noRot="1" noChangeAspect="1"/>
          </p:cNvSpPr>
          <p:nvPr>
            <p:ph type="sldImg" idx="2"/>
          </p:nvPr>
        </p:nvSpPr>
        <p:spPr>
          <a:xfrm>
            <a:off x="3030538" y="857250"/>
            <a:ext cx="3081337" cy="2311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57" name="Google Shape;457;p9:notes"/>
          <p:cNvSpPr txBox="1">
            <a:spLocks noGrp="1"/>
          </p:cNvSpPr>
          <p:nvPr>
            <p:ph type="body" idx="1"/>
          </p:nvPr>
        </p:nvSpPr>
        <p:spPr>
          <a:xfrm>
            <a:off x="914400" y="3300480"/>
            <a:ext cx="7312680" cy="2697840"/>
          </a:xfrm>
          <a:prstGeom prst="rect">
            <a:avLst/>
          </a:prstGeom>
          <a:noFill/>
          <a:ln>
            <a:noFill/>
          </a:ln>
        </p:spPr>
        <p:txBody>
          <a:bodyPr spcFirstLastPara="1" wrap="square" lIns="0" tIns="0" rIns="0" bIns="0" anchor="t" anchorCtr="0">
            <a:noAutofit/>
          </a:bodyPr>
          <a:lstStyle/>
          <a:p>
            <a:pPr marL="216000" lvl="0" indent="-214199" algn="l" rtl="0">
              <a:lnSpc>
                <a:spcPct val="100000"/>
              </a:lnSpc>
              <a:spcBef>
                <a:spcPts val="0"/>
              </a:spcBef>
              <a:spcAft>
                <a:spcPts val="0"/>
              </a:spcAft>
              <a:buNone/>
            </a:pPr>
            <a:r>
              <a:rPr lang="en-IN" sz="1200" b="0" strike="noStrike" dirty="0">
                <a:solidFill>
                  <a:srgbClr val="000000"/>
                </a:solidFill>
                <a:latin typeface="Calibri"/>
                <a:ea typeface="Calibri"/>
                <a:cs typeface="Calibri"/>
                <a:sym typeface="Calibri"/>
              </a:rPr>
              <a:t>4 mins – describe and introduce terminology. Focus on understanding term and action relation.</a:t>
            </a:r>
            <a:endParaRPr sz="1200" b="0" strike="noStrike" dirty="0">
              <a:latin typeface="Arial"/>
              <a:ea typeface="Arial"/>
              <a:cs typeface="Arial"/>
              <a:sym typeface="Arial"/>
            </a:endParaRPr>
          </a:p>
        </p:txBody>
      </p:sp>
      <p:sp>
        <p:nvSpPr>
          <p:cNvPr id="458" name="Google Shape;458;p9:notes"/>
          <p:cNvSpPr/>
          <p:nvPr/>
        </p:nvSpPr>
        <p:spPr>
          <a:xfrm>
            <a:off x="5179320" y="6513840"/>
            <a:ext cx="3960000" cy="341640"/>
          </a:xfrm>
          <a:prstGeom prst="rect">
            <a:avLst/>
          </a:prstGeom>
          <a:noFill/>
          <a:ln>
            <a:noFill/>
          </a:ln>
        </p:spPr>
        <p:txBody>
          <a:bodyPr spcFirstLastPara="1" wrap="square" lIns="90000" tIns="45000" rIns="90000" bIns="45000" anchor="b" anchorCtr="0">
            <a:noAutofit/>
          </a:bodyPr>
          <a:lstStyle/>
          <a:p>
            <a:pPr marL="0" marR="0" lvl="0" indent="0" algn="r" rtl="0">
              <a:lnSpc>
                <a:spcPct val="100000"/>
              </a:lnSpc>
              <a:spcBef>
                <a:spcPts val="0"/>
              </a:spcBef>
              <a:spcAft>
                <a:spcPts val="0"/>
              </a:spcAft>
              <a:buNone/>
            </a:pPr>
            <a:fld id="{00000000-1234-1234-1234-123412341234}" type="slidenum">
              <a:rPr lang="en-IN" sz="1400" b="0" i="0" u="none" strike="noStrike" cap="none">
                <a:solidFill>
                  <a:srgbClr val="000000"/>
                </a:solidFill>
                <a:latin typeface="Times New Roman"/>
                <a:ea typeface="Times New Roman"/>
                <a:cs typeface="Times New Roman"/>
                <a:sym typeface="Times New Roman"/>
              </a:rPr>
              <a:t>10</a:t>
            </a:fld>
            <a:endParaRPr sz="1400" b="0" i="0" u="none" strike="noStrike" cap="none" dirty="0">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g185a9b41370_0_1:notes"/>
          <p:cNvSpPr>
            <a:spLocks noGrp="1" noRot="1" noChangeAspect="1"/>
          </p:cNvSpPr>
          <p:nvPr>
            <p:ph type="sldImg" idx="2"/>
          </p:nvPr>
        </p:nvSpPr>
        <p:spPr>
          <a:xfrm>
            <a:off x="1108075" y="812800"/>
            <a:ext cx="5343525" cy="400843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6" name="Google Shape;466;g185a9b41370_0_1:notes"/>
          <p:cNvSpPr txBox="1">
            <a:spLocks noGrp="1"/>
          </p:cNvSpPr>
          <p:nvPr>
            <p:ph type="body" idx="1"/>
          </p:nvPr>
        </p:nvSpPr>
        <p:spPr>
          <a:xfrm>
            <a:off x="756000" y="5078520"/>
            <a:ext cx="6047700" cy="48111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dirty="0"/>
          </a:p>
        </p:txBody>
      </p:sp>
      <p:sp>
        <p:nvSpPr>
          <p:cNvPr id="467" name="Google Shape;467;g185a9b41370_0_1:notes"/>
          <p:cNvSpPr txBox="1">
            <a:spLocks noGrp="1"/>
          </p:cNvSpPr>
          <p:nvPr>
            <p:ph type="sldNum" idx="12"/>
          </p:nvPr>
        </p:nvSpPr>
        <p:spPr>
          <a:xfrm>
            <a:off x="4278960" y="10157400"/>
            <a:ext cx="3280800" cy="534300"/>
          </a:xfrm>
          <a:prstGeom prst="rect">
            <a:avLst/>
          </a:prstGeom>
        </p:spPr>
        <p:txBody>
          <a:bodyPr spcFirstLastPara="1" wrap="square" lIns="0" tIns="0" rIns="0" bIns="0" anchor="b" anchorCtr="0">
            <a:noAutofit/>
          </a:bodyPr>
          <a:lstStyle/>
          <a:p>
            <a:pPr marL="0" lvl="0" indent="0" algn="r" rtl="0">
              <a:spcBef>
                <a:spcPts val="0"/>
              </a:spcBef>
              <a:spcAft>
                <a:spcPts val="0"/>
              </a:spcAft>
              <a:buClr>
                <a:srgbClr val="000000"/>
              </a:buClr>
              <a:buFont typeface="Arial"/>
              <a:buNone/>
            </a:pPr>
            <a:fld id="{00000000-1234-1234-1234-123412341234}" type="slidenum">
              <a:rPr lang="en-IN"/>
              <a:t>11</a:t>
            </a:fld>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p10: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73" name="Google Shape;473;p10:notes"/>
          <p:cNvSpPr>
            <a:spLocks noGrp="1" noRot="1" noChangeAspect="1"/>
          </p:cNvSpPr>
          <p:nvPr>
            <p:ph type="sldImg" idx="2"/>
          </p:nvPr>
        </p:nvSpPr>
        <p:spPr>
          <a:xfrm>
            <a:off x="1108075" y="812800"/>
            <a:ext cx="5343525"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p11:notes"/>
          <p:cNvSpPr>
            <a:spLocks noGrp="1" noRot="1" noChangeAspect="1"/>
          </p:cNvSpPr>
          <p:nvPr>
            <p:ph type="sldImg" idx="2"/>
          </p:nvPr>
        </p:nvSpPr>
        <p:spPr>
          <a:xfrm>
            <a:off x="3030538" y="857250"/>
            <a:ext cx="3081337" cy="2311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85" name="Google Shape;485;p11:notes"/>
          <p:cNvSpPr txBox="1">
            <a:spLocks noGrp="1"/>
          </p:cNvSpPr>
          <p:nvPr>
            <p:ph type="body" idx="1"/>
          </p:nvPr>
        </p:nvSpPr>
        <p:spPr>
          <a:xfrm>
            <a:off x="914400" y="3300480"/>
            <a:ext cx="7312680" cy="2697840"/>
          </a:xfrm>
          <a:prstGeom prst="rect">
            <a:avLst/>
          </a:prstGeom>
          <a:noFill/>
          <a:ln>
            <a:noFill/>
          </a:ln>
        </p:spPr>
        <p:txBody>
          <a:bodyPr spcFirstLastPara="1" wrap="square" lIns="0" tIns="0" rIns="0" bIns="0" anchor="t" anchorCtr="0">
            <a:noAutofit/>
          </a:bodyPr>
          <a:lstStyle/>
          <a:p>
            <a:pPr marL="216000" lvl="0" indent="-214199" algn="l" rtl="0">
              <a:lnSpc>
                <a:spcPct val="100000"/>
              </a:lnSpc>
              <a:spcBef>
                <a:spcPts val="0"/>
              </a:spcBef>
              <a:spcAft>
                <a:spcPts val="0"/>
              </a:spcAft>
              <a:buNone/>
            </a:pPr>
            <a:r>
              <a:rPr lang="en-IN" sz="1200" b="0" strike="noStrike">
                <a:solidFill>
                  <a:srgbClr val="000000"/>
                </a:solidFill>
                <a:latin typeface="Calibri"/>
                <a:ea typeface="Calibri"/>
                <a:cs typeface="Calibri"/>
                <a:sym typeface="Calibri"/>
              </a:rPr>
              <a:t>2 mins + Rule 1 – attention towards Ribbon – Tabs, Groups, and changes </a:t>
            </a:r>
            <a:endParaRPr sz="1200" b="0" strike="noStrike">
              <a:latin typeface="Arial"/>
              <a:ea typeface="Arial"/>
              <a:cs typeface="Arial"/>
              <a:sym typeface="Arial"/>
            </a:endParaRPr>
          </a:p>
        </p:txBody>
      </p:sp>
      <p:sp>
        <p:nvSpPr>
          <p:cNvPr id="486" name="Google Shape;486;p11:notes"/>
          <p:cNvSpPr/>
          <p:nvPr/>
        </p:nvSpPr>
        <p:spPr>
          <a:xfrm>
            <a:off x="5179320" y="6513840"/>
            <a:ext cx="3960000" cy="341640"/>
          </a:xfrm>
          <a:prstGeom prst="rect">
            <a:avLst/>
          </a:prstGeom>
          <a:noFill/>
          <a:ln>
            <a:noFill/>
          </a:ln>
        </p:spPr>
        <p:txBody>
          <a:bodyPr spcFirstLastPara="1" wrap="square" lIns="90000" tIns="45000" rIns="90000" bIns="45000" anchor="b" anchorCtr="0">
            <a:noAutofit/>
          </a:bodyPr>
          <a:lstStyle/>
          <a:p>
            <a:pPr marL="0" marR="0" lvl="0" indent="0" algn="r" rtl="0">
              <a:lnSpc>
                <a:spcPct val="100000"/>
              </a:lnSpc>
              <a:spcBef>
                <a:spcPts val="0"/>
              </a:spcBef>
              <a:spcAft>
                <a:spcPts val="0"/>
              </a:spcAft>
              <a:buNone/>
            </a:pPr>
            <a:fld id="{00000000-1234-1234-1234-123412341234}" type="slidenum">
              <a:rPr lang="en-IN" sz="1400" b="0" i="0" u="none" strike="noStrike" cap="none">
                <a:solidFill>
                  <a:srgbClr val="000000"/>
                </a:solidFill>
                <a:latin typeface="Times New Roman"/>
                <a:ea typeface="Times New Roman"/>
                <a:cs typeface="Times New Roman"/>
                <a:sym typeface="Times New Roman"/>
              </a:rPr>
              <a:t>13</a:t>
            </a:fld>
            <a:endParaRPr sz="1400" b="0" i="0" u="none" strike="noStrike" cap="none">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p12:notes"/>
          <p:cNvSpPr>
            <a:spLocks noGrp="1" noRot="1" noChangeAspect="1"/>
          </p:cNvSpPr>
          <p:nvPr>
            <p:ph type="sldImg" idx="2"/>
          </p:nvPr>
        </p:nvSpPr>
        <p:spPr>
          <a:xfrm>
            <a:off x="3030538" y="857250"/>
            <a:ext cx="3081337" cy="2311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98" name="Google Shape;498;p12:notes"/>
          <p:cNvSpPr txBox="1">
            <a:spLocks noGrp="1"/>
          </p:cNvSpPr>
          <p:nvPr>
            <p:ph type="body" idx="1"/>
          </p:nvPr>
        </p:nvSpPr>
        <p:spPr>
          <a:xfrm>
            <a:off x="914400" y="3300480"/>
            <a:ext cx="7312680" cy="2697840"/>
          </a:xfrm>
          <a:prstGeom prst="rect">
            <a:avLst/>
          </a:prstGeom>
          <a:noFill/>
          <a:ln>
            <a:noFill/>
          </a:ln>
        </p:spPr>
        <p:txBody>
          <a:bodyPr spcFirstLastPara="1" wrap="square" lIns="0" tIns="0" rIns="0" bIns="0" anchor="t" anchorCtr="0">
            <a:noAutofit/>
          </a:bodyPr>
          <a:lstStyle/>
          <a:p>
            <a:pPr marL="216000" lvl="0" indent="-214199" algn="l" rtl="0">
              <a:lnSpc>
                <a:spcPct val="100000"/>
              </a:lnSpc>
              <a:spcBef>
                <a:spcPts val="0"/>
              </a:spcBef>
              <a:spcAft>
                <a:spcPts val="0"/>
              </a:spcAft>
              <a:buNone/>
            </a:pPr>
            <a:r>
              <a:rPr lang="en-IN" sz="1200" b="0" strike="noStrike">
                <a:solidFill>
                  <a:srgbClr val="000000"/>
                </a:solidFill>
                <a:latin typeface="Calibri"/>
                <a:ea typeface="Calibri"/>
                <a:cs typeface="Calibri"/>
                <a:sym typeface="Calibri"/>
              </a:rPr>
              <a:t>2 mins</a:t>
            </a:r>
            <a:endParaRPr sz="1200" b="0" strike="noStrike">
              <a:latin typeface="Arial"/>
              <a:ea typeface="Arial"/>
              <a:cs typeface="Arial"/>
              <a:sym typeface="Arial"/>
            </a:endParaRPr>
          </a:p>
        </p:txBody>
      </p:sp>
      <p:sp>
        <p:nvSpPr>
          <p:cNvPr id="499" name="Google Shape;499;p12:notes"/>
          <p:cNvSpPr/>
          <p:nvPr/>
        </p:nvSpPr>
        <p:spPr>
          <a:xfrm>
            <a:off x="5179320" y="6513840"/>
            <a:ext cx="3960000" cy="341640"/>
          </a:xfrm>
          <a:prstGeom prst="rect">
            <a:avLst/>
          </a:prstGeom>
          <a:noFill/>
          <a:ln>
            <a:noFill/>
          </a:ln>
        </p:spPr>
        <p:txBody>
          <a:bodyPr spcFirstLastPara="1" wrap="square" lIns="90000" tIns="45000" rIns="90000" bIns="45000" anchor="b" anchorCtr="0">
            <a:noAutofit/>
          </a:bodyPr>
          <a:lstStyle/>
          <a:p>
            <a:pPr marL="0" marR="0" lvl="0" indent="0" algn="r" rtl="0">
              <a:lnSpc>
                <a:spcPct val="100000"/>
              </a:lnSpc>
              <a:spcBef>
                <a:spcPts val="0"/>
              </a:spcBef>
              <a:spcAft>
                <a:spcPts val="0"/>
              </a:spcAft>
              <a:buNone/>
            </a:pPr>
            <a:fld id="{00000000-1234-1234-1234-123412341234}" type="slidenum">
              <a:rPr lang="en-IN" sz="1400" b="0" i="0" u="none" strike="noStrike" cap="none">
                <a:solidFill>
                  <a:srgbClr val="000000"/>
                </a:solidFill>
                <a:latin typeface="Times New Roman"/>
                <a:ea typeface="Times New Roman"/>
                <a:cs typeface="Times New Roman"/>
                <a:sym typeface="Times New Roman"/>
              </a:rPr>
              <a:t>14</a:t>
            </a:fld>
            <a:endParaRPr sz="1400" b="0" i="0" u="none" strike="noStrike" cap="none">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p13:notes"/>
          <p:cNvSpPr>
            <a:spLocks noGrp="1" noRot="1" noChangeAspect="1"/>
          </p:cNvSpPr>
          <p:nvPr>
            <p:ph type="sldImg" idx="2"/>
          </p:nvPr>
        </p:nvSpPr>
        <p:spPr>
          <a:xfrm>
            <a:off x="3030538" y="857250"/>
            <a:ext cx="3081337" cy="2311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13" name="Google Shape;513;p13:notes"/>
          <p:cNvSpPr txBox="1">
            <a:spLocks noGrp="1"/>
          </p:cNvSpPr>
          <p:nvPr>
            <p:ph type="body" idx="1"/>
          </p:nvPr>
        </p:nvSpPr>
        <p:spPr>
          <a:xfrm>
            <a:off x="914400" y="3300480"/>
            <a:ext cx="7312680" cy="2697840"/>
          </a:xfrm>
          <a:prstGeom prst="rect">
            <a:avLst/>
          </a:prstGeom>
          <a:noFill/>
          <a:ln>
            <a:noFill/>
          </a:ln>
        </p:spPr>
        <p:txBody>
          <a:bodyPr spcFirstLastPara="1" wrap="square" lIns="0" tIns="0" rIns="0" bIns="0" anchor="t" anchorCtr="0">
            <a:noAutofit/>
          </a:bodyPr>
          <a:lstStyle/>
          <a:p>
            <a:pPr marL="216000" lvl="0" indent="-214199" algn="l" rtl="0">
              <a:lnSpc>
                <a:spcPct val="100000"/>
              </a:lnSpc>
              <a:spcBef>
                <a:spcPts val="0"/>
              </a:spcBef>
              <a:spcAft>
                <a:spcPts val="0"/>
              </a:spcAft>
              <a:buNone/>
            </a:pPr>
            <a:r>
              <a:rPr lang="en-IN" sz="1200" b="0" strike="noStrike">
                <a:solidFill>
                  <a:srgbClr val="000000"/>
                </a:solidFill>
                <a:latin typeface="Calibri"/>
                <a:ea typeface="Calibri"/>
                <a:cs typeface="Calibri"/>
                <a:sym typeface="Calibri"/>
              </a:rPr>
              <a:t>2 mins </a:t>
            </a:r>
            <a:endParaRPr sz="1200" b="0" strike="noStrike">
              <a:latin typeface="Arial"/>
              <a:ea typeface="Arial"/>
              <a:cs typeface="Arial"/>
              <a:sym typeface="Arial"/>
            </a:endParaRPr>
          </a:p>
        </p:txBody>
      </p:sp>
      <p:sp>
        <p:nvSpPr>
          <p:cNvPr id="514" name="Google Shape;514;p13:notes"/>
          <p:cNvSpPr/>
          <p:nvPr/>
        </p:nvSpPr>
        <p:spPr>
          <a:xfrm>
            <a:off x="5179320" y="6513840"/>
            <a:ext cx="3960000" cy="341640"/>
          </a:xfrm>
          <a:prstGeom prst="rect">
            <a:avLst/>
          </a:prstGeom>
          <a:noFill/>
          <a:ln>
            <a:noFill/>
          </a:ln>
        </p:spPr>
        <p:txBody>
          <a:bodyPr spcFirstLastPara="1" wrap="square" lIns="90000" tIns="45000" rIns="90000" bIns="45000" anchor="b" anchorCtr="0">
            <a:noAutofit/>
          </a:bodyPr>
          <a:lstStyle/>
          <a:p>
            <a:pPr marL="0" marR="0" lvl="0" indent="0" algn="r" rtl="0">
              <a:lnSpc>
                <a:spcPct val="100000"/>
              </a:lnSpc>
              <a:spcBef>
                <a:spcPts val="0"/>
              </a:spcBef>
              <a:spcAft>
                <a:spcPts val="0"/>
              </a:spcAft>
              <a:buNone/>
            </a:pPr>
            <a:fld id="{00000000-1234-1234-1234-123412341234}" type="slidenum">
              <a:rPr lang="en-IN" sz="1400" b="0" i="0" u="none" strike="noStrike" cap="none">
                <a:solidFill>
                  <a:srgbClr val="000000"/>
                </a:solidFill>
                <a:latin typeface="Times New Roman"/>
                <a:ea typeface="Times New Roman"/>
                <a:cs typeface="Times New Roman"/>
                <a:sym typeface="Times New Roman"/>
              </a:rPr>
              <a:t>15</a:t>
            </a:fld>
            <a:endParaRPr sz="1400" b="0" i="0" u="none" strike="noStrike" cap="none">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p14:notes"/>
          <p:cNvSpPr>
            <a:spLocks noGrp="1" noRot="1" noChangeAspect="1"/>
          </p:cNvSpPr>
          <p:nvPr>
            <p:ph type="sldImg" idx="2"/>
          </p:nvPr>
        </p:nvSpPr>
        <p:spPr>
          <a:xfrm>
            <a:off x="3030538" y="857250"/>
            <a:ext cx="3081337" cy="2311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26" name="Google Shape;526;p14:notes"/>
          <p:cNvSpPr txBox="1">
            <a:spLocks noGrp="1"/>
          </p:cNvSpPr>
          <p:nvPr>
            <p:ph type="body" idx="1"/>
          </p:nvPr>
        </p:nvSpPr>
        <p:spPr>
          <a:xfrm>
            <a:off x="914400" y="3300480"/>
            <a:ext cx="7312680" cy="2697840"/>
          </a:xfrm>
          <a:prstGeom prst="rect">
            <a:avLst/>
          </a:prstGeom>
          <a:noFill/>
          <a:ln>
            <a:noFill/>
          </a:ln>
        </p:spPr>
        <p:txBody>
          <a:bodyPr spcFirstLastPara="1" wrap="square" lIns="0" tIns="0" rIns="0" bIns="0" anchor="t" anchorCtr="0">
            <a:noAutofit/>
          </a:bodyPr>
          <a:lstStyle/>
          <a:p>
            <a:pPr marL="216000" lvl="0" indent="-214199" algn="l" rtl="0">
              <a:lnSpc>
                <a:spcPct val="100000"/>
              </a:lnSpc>
              <a:spcBef>
                <a:spcPts val="0"/>
              </a:spcBef>
              <a:spcAft>
                <a:spcPts val="0"/>
              </a:spcAft>
              <a:buNone/>
            </a:pPr>
            <a:r>
              <a:rPr lang="en-IN" sz="1200" b="0" strike="noStrike">
                <a:solidFill>
                  <a:srgbClr val="000000"/>
                </a:solidFill>
                <a:latin typeface="Calibri"/>
                <a:ea typeface="Calibri"/>
                <a:cs typeface="Calibri"/>
                <a:sym typeface="Calibri"/>
              </a:rPr>
              <a:t>Slide preparation tasktime – 3 mins</a:t>
            </a:r>
            <a:endParaRPr sz="1200" b="0" strike="noStrike">
              <a:latin typeface="Arial"/>
              <a:ea typeface="Arial"/>
              <a:cs typeface="Arial"/>
              <a:sym typeface="Arial"/>
            </a:endParaRPr>
          </a:p>
        </p:txBody>
      </p:sp>
      <p:sp>
        <p:nvSpPr>
          <p:cNvPr id="527" name="Google Shape;527;p14:notes"/>
          <p:cNvSpPr/>
          <p:nvPr/>
        </p:nvSpPr>
        <p:spPr>
          <a:xfrm>
            <a:off x="5179320" y="6513840"/>
            <a:ext cx="3960000" cy="341640"/>
          </a:xfrm>
          <a:prstGeom prst="rect">
            <a:avLst/>
          </a:prstGeom>
          <a:noFill/>
          <a:ln>
            <a:noFill/>
          </a:ln>
        </p:spPr>
        <p:txBody>
          <a:bodyPr spcFirstLastPara="1" wrap="square" lIns="90000" tIns="45000" rIns="90000" bIns="45000" anchor="b" anchorCtr="0">
            <a:noAutofit/>
          </a:bodyPr>
          <a:lstStyle/>
          <a:p>
            <a:pPr marL="0" marR="0" lvl="0" indent="0" algn="r" rtl="0">
              <a:lnSpc>
                <a:spcPct val="100000"/>
              </a:lnSpc>
              <a:spcBef>
                <a:spcPts val="0"/>
              </a:spcBef>
              <a:spcAft>
                <a:spcPts val="0"/>
              </a:spcAft>
              <a:buNone/>
            </a:pPr>
            <a:fld id="{00000000-1234-1234-1234-123412341234}" type="slidenum">
              <a:rPr lang="en-IN" sz="1400" b="0" i="0" u="none" strike="noStrike" cap="none">
                <a:solidFill>
                  <a:srgbClr val="000000"/>
                </a:solidFill>
                <a:latin typeface="Times New Roman"/>
                <a:ea typeface="Times New Roman"/>
                <a:cs typeface="Times New Roman"/>
                <a:sym typeface="Times New Roman"/>
              </a:rPr>
              <a:t>16</a:t>
            </a:fld>
            <a:endParaRPr sz="1400" b="0" i="0" u="none" strike="noStrike" cap="none">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p15:notes"/>
          <p:cNvSpPr>
            <a:spLocks noGrp="1" noRot="1" noChangeAspect="1"/>
          </p:cNvSpPr>
          <p:nvPr>
            <p:ph type="sldImg" idx="2"/>
          </p:nvPr>
        </p:nvSpPr>
        <p:spPr>
          <a:xfrm>
            <a:off x="3030538" y="857250"/>
            <a:ext cx="3081337" cy="2311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36" name="Google Shape;536;p15:notes"/>
          <p:cNvSpPr txBox="1">
            <a:spLocks noGrp="1"/>
          </p:cNvSpPr>
          <p:nvPr>
            <p:ph type="body" idx="1"/>
          </p:nvPr>
        </p:nvSpPr>
        <p:spPr>
          <a:xfrm>
            <a:off x="914400" y="3300480"/>
            <a:ext cx="7312680" cy="2697840"/>
          </a:xfrm>
          <a:prstGeom prst="rect">
            <a:avLst/>
          </a:prstGeom>
          <a:noFill/>
          <a:ln>
            <a:noFill/>
          </a:ln>
        </p:spPr>
        <p:txBody>
          <a:bodyPr spcFirstLastPara="1" wrap="square" lIns="0" tIns="0" rIns="0" bIns="0" anchor="t" anchorCtr="0">
            <a:noAutofit/>
          </a:bodyPr>
          <a:lstStyle/>
          <a:p>
            <a:pPr marL="216000" lvl="0" indent="-214199" algn="l" rtl="0">
              <a:lnSpc>
                <a:spcPct val="100000"/>
              </a:lnSpc>
              <a:spcBef>
                <a:spcPts val="0"/>
              </a:spcBef>
              <a:spcAft>
                <a:spcPts val="0"/>
              </a:spcAft>
              <a:buNone/>
            </a:pPr>
            <a:r>
              <a:rPr lang="en-IN" sz="1200" b="0" strike="noStrike">
                <a:solidFill>
                  <a:srgbClr val="000000"/>
                </a:solidFill>
                <a:latin typeface="Calibri"/>
                <a:ea typeface="Calibri"/>
                <a:cs typeface="Calibri"/>
                <a:sym typeface="Calibri"/>
              </a:rPr>
              <a:t>1 min + notice time 1 min </a:t>
            </a:r>
            <a:endParaRPr sz="1200" b="0" strike="noStrike">
              <a:latin typeface="Arial"/>
              <a:ea typeface="Arial"/>
              <a:cs typeface="Arial"/>
              <a:sym typeface="Arial"/>
            </a:endParaRPr>
          </a:p>
        </p:txBody>
      </p:sp>
      <p:sp>
        <p:nvSpPr>
          <p:cNvPr id="537" name="Google Shape;537;p15:notes"/>
          <p:cNvSpPr/>
          <p:nvPr/>
        </p:nvSpPr>
        <p:spPr>
          <a:xfrm>
            <a:off x="5179320" y="6513840"/>
            <a:ext cx="3960000" cy="341640"/>
          </a:xfrm>
          <a:prstGeom prst="rect">
            <a:avLst/>
          </a:prstGeom>
          <a:noFill/>
          <a:ln>
            <a:noFill/>
          </a:ln>
        </p:spPr>
        <p:txBody>
          <a:bodyPr spcFirstLastPara="1" wrap="square" lIns="90000" tIns="45000" rIns="90000" bIns="45000" anchor="b" anchorCtr="0">
            <a:noAutofit/>
          </a:bodyPr>
          <a:lstStyle/>
          <a:p>
            <a:pPr marL="0" marR="0" lvl="0" indent="0" algn="r" rtl="0">
              <a:lnSpc>
                <a:spcPct val="100000"/>
              </a:lnSpc>
              <a:spcBef>
                <a:spcPts val="0"/>
              </a:spcBef>
              <a:spcAft>
                <a:spcPts val="0"/>
              </a:spcAft>
              <a:buNone/>
            </a:pPr>
            <a:fld id="{00000000-1234-1234-1234-123412341234}" type="slidenum">
              <a:rPr lang="en-IN" sz="1400" b="0" i="0" u="none" strike="noStrike" cap="none">
                <a:solidFill>
                  <a:srgbClr val="000000"/>
                </a:solidFill>
                <a:latin typeface="Times New Roman"/>
                <a:ea typeface="Times New Roman"/>
                <a:cs typeface="Times New Roman"/>
                <a:sym typeface="Times New Roman"/>
              </a:rPr>
              <a:t>17</a:t>
            </a:fld>
            <a:endParaRPr sz="1400" b="0" i="0" u="none" strike="noStrike" cap="none">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p:cNvGrpSpPr/>
        <p:nvPr/>
      </p:nvGrpSpPr>
      <p:grpSpPr>
        <a:xfrm>
          <a:off x="0" y="0"/>
          <a:ext cx="0" cy="0"/>
          <a:chOff x="0" y="0"/>
          <a:chExt cx="0" cy="0"/>
        </a:xfrm>
      </p:grpSpPr>
      <p:sp>
        <p:nvSpPr>
          <p:cNvPr id="545" name="Google Shape;545;p16:notes"/>
          <p:cNvSpPr>
            <a:spLocks noGrp="1" noRot="1" noChangeAspect="1"/>
          </p:cNvSpPr>
          <p:nvPr>
            <p:ph type="sldImg" idx="2"/>
          </p:nvPr>
        </p:nvSpPr>
        <p:spPr>
          <a:xfrm>
            <a:off x="3030538" y="857250"/>
            <a:ext cx="3081337" cy="2311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46" name="Google Shape;546;p16:notes"/>
          <p:cNvSpPr txBox="1">
            <a:spLocks noGrp="1"/>
          </p:cNvSpPr>
          <p:nvPr>
            <p:ph type="body" idx="1"/>
          </p:nvPr>
        </p:nvSpPr>
        <p:spPr>
          <a:xfrm>
            <a:off x="914400" y="3300480"/>
            <a:ext cx="7312680" cy="2697840"/>
          </a:xfrm>
          <a:prstGeom prst="rect">
            <a:avLst/>
          </a:prstGeom>
          <a:noFill/>
          <a:ln>
            <a:noFill/>
          </a:ln>
        </p:spPr>
        <p:txBody>
          <a:bodyPr spcFirstLastPara="1" wrap="square" lIns="0" tIns="0" rIns="0" bIns="0" anchor="t" anchorCtr="0">
            <a:noAutofit/>
          </a:bodyPr>
          <a:lstStyle/>
          <a:p>
            <a:pPr marL="216000" lvl="0" indent="-214199" algn="l" rtl="0">
              <a:lnSpc>
                <a:spcPct val="100000"/>
              </a:lnSpc>
              <a:spcBef>
                <a:spcPts val="0"/>
              </a:spcBef>
              <a:spcAft>
                <a:spcPts val="0"/>
              </a:spcAft>
              <a:buNone/>
            </a:pPr>
            <a:r>
              <a:rPr lang="en-IN" sz="1200" b="0" strike="noStrike">
                <a:solidFill>
                  <a:srgbClr val="000000"/>
                </a:solidFill>
                <a:latin typeface="Calibri"/>
                <a:ea typeface="Calibri"/>
                <a:cs typeface="Calibri"/>
                <a:sym typeface="Calibri"/>
              </a:rPr>
              <a:t>4 mins + notice time 2 mins</a:t>
            </a:r>
            <a:endParaRPr sz="1200" b="0" strike="noStrike">
              <a:latin typeface="Arial"/>
              <a:ea typeface="Arial"/>
              <a:cs typeface="Arial"/>
              <a:sym typeface="Arial"/>
            </a:endParaRPr>
          </a:p>
          <a:p>
            <a:pPr marL="216000" lvl="0" indent="-214199" algn="l" rtl="0">
              <a:lnSpc>
                <a:spcPct val="100000"/>
              </a:lnSpc>
              <a:spcBef>
                <a:spcPts val="0"/>
              </a:spcBef>
              <a:spcAft>
                <a:spcPts val="0"/>
              </a:spcAft>
              <a:buNone/>
            </a:pPr>
            <a:r>
              <a:rPr lang="en-IN" sz="1200" b="0" strike="noStrike">
                <a:solidFill>
                  <a:srgbClr val="000000"/>
                </a:solidFill>
                <a:latin typeface="Calibri"/>
                <a:ea typeface="Calibri"/>
                <a:cs typeface="Calibri"/>
                <a:sym typeface="Calibri"/>
              </a:rPr>
              <a:t>Also, involves making participants aware of keyboard keys and how they function. </a:t>
            </a:r>
            <a:endParaRPr sz="1200" b="0" strike="noStrike">
              <a:latin typeface="Arial"/>
              <a:ea typeface="Arial"/>
              <a:cs typeface="Arial"/>
              <a:sym typeface="Arial"/>
            </a:endParaRPr>
          </a:p>
          <a:p>
            <a:pPr marL="216000" lvl="0" indent="-214199" algn="l" rtl="0">
              <a:lnSpc>
                <a:spcPct val="100000"/>
              </a:lnSpc>
              <a:spcBef>
                <a:spcPts val="0"/>
              </a:spcBef>
              <a:spcAft>
                <a:spcPts val="0"/>
              </a:spcAft>
              <a:buNone/>
            </a:pPr>
            <a:r>
              <a:rPr lang="en-IN" sz="1200" b="0" strike="noStrike">
                <a:solidFill>
                  <a:srgbClr val="000000"/>
                </a:solidFill>
                <a:latin typeface="Calibri"/>
                <a:ea typeface="Calibri"/>
                <a:cs typeface="Calibri"/>
                <a:sym typeface="Calibri"/>
              </a:rPr>
              <a:t>In practice time, we shall ask the participants to find ‘Autocorrect’ using ‘Help’ tab after introducing Help.</a:t>
            </a:r>
            <a:endParaRPr sz="1200" b="0" strike="noStrike">
              <a:latin typeface="Arial"/>
              <a:ea typeface="Arial"/>
              <a:cs typeface="Arial"/>
              <a:sym typeface="Arial"/>
            </a:endParaRPr>
          </a:p>
          <a:p>
            <a:pPr marL="216000" lvl="0" indent="-214199" algn="l" rtl="0">
              <a:lnSpc>
                <a:spcPct val="100000"/>
              </a:lnSpc>
              <a:spcBef>
                <a:spcPts val="0"/>
              </a:spcBef>
              <a:spcAft>
                <a:spcPts val="0"/>
              </a:spcAft>
              <a:buNone/>
            </a:pPr>
            <a:endParaRPr sz="1200" b="0" strike="noStrike">
              <a:latin typeface="Arial"/>
              <a:ea typeface="Arial"/>
              <a:cs typeface="Arial"/>
              <a:sym typeface="Arial"/>
            </a:endParaRPr>
          </a:p>
          <a:p>
            <a:pPr marL="216000" lvl="0" indent="-214199" algn="l" rtl="0">
              <a:lnSpc>
                <a:spcPct val="100000"/>
              </a:lnSpc>
              <a:spcBef>
                <a:spcPts val="0"/>
              </a:spcBef>
              <a:spcAft>
                <a:spcPts val="0"/>
              </a:spcAft>
              <a:buNone/>
            </a:pPr>
            <a:endParaRPr sz="1200" b="0" strike="noStrike">
              <a:latin typeface="Arial"/>
              <a:ea typeface="Arial"/>
              <a:cs typeface="Arial"/>
              <a:sym typeface="Arial"/>
            </a:endParaRPr>
          </a:p>
          <a:p>
            <a:pPr marL="216000" lvl="0" indent="-214199" algn="l" rtl="0">
              <a:lnSpc>
                <a:spcPct val="100000"/>
              </a:lnSpc>
              <a:spcBef>
                <a:spcPts val="0"/>
              </a:spcBef>
              <a:spcAft>
                <a:spcPts val="0"/>
              </a:spcAft>
              <a:buNone/>
            </a:pPr>
            <a:r>
              <a:rPr lang="en-IN" sz="1200" b="0" strike="noStrike">
                <a:solidFill>
                  <a:srgbClr val="2E75B5"/>
                </a:solidFill>
                <a:latin typeface="Calibri"/>
                <a:ea typeface="Calibri"/>
                <a:cs typeface="Calibri"/>
                <a:sym typeface="Calibri"/>
              </a:rPr>
              <a:t>Enter text </a:t>
            </a:r>
            <a:r>
              <a:rPr lang="en-IN" sz="1200" b="0" strike="noStrike">
                <a:solidFill>
                  <a:srgbClr val="000000"/>
                </a:solidFill>
                <a:latin typeface="Calibri"/>
                <a:ea typeface="Calibri"/>
                <a:cs typeface="Calibri"/>
                <a:sym typeface="Calibri"/>
              </a:rPr>
              <a:t>- @S  1” Π; </a:t>
            </a:r>
            <a:br>
              <a:rPr lang="en-IN"/>
            </a:br>
            <a:r>
              <a:rPr lang="en-IN" sz="1200" b="0" strike="noStrike">
                <a:solidFill>
                  <a:srgbClr val="000000"/>
                </a:solidFill>
                <a:latin typeface="Calibri"/>
                <a:ea typeface="Calibri"/>
                <a:cs typeface="Calibri"/>
                <a:sym typeface="Calibri"/>
              </a:rPr>
              <a:t>Shift+Enter – to get text below the line; Tab Key to indent; Usage of Ruler, Autofit Icon</a:t>
            </a:r>
            <a:endParaRPr sz="1200" b="0" strike="noStrike">
              <a:latin typeface="Arial"/>
              <a:ea typeface="Arial"/>
              <a:cs typeface="Arial"/>
              <a:sym typeface="Arial"/>
            </a:endParaRPr>
          </a:p>
          <a:p>
            <a:pPr marL="216000" lvl="0" indent="-214199" algn="l" rtl="0">
              <a:lnSpc>
                <a:spcPct val="100000"/>
              </a:lnSpc>
              <a:spcBef>
                <a:spcPts val="0"/>
              </a:spcBef>
              <a:spcAft>
                <a:spcPts val="0"/>
              </a:spcAft>
              <a:buNone/>
            </a:pPr>
            <a:endParaRPr sz="1200" b="0" strike="noStrike">
              <a:latin typeface="Arial"/>
              <a:ea typeface="Arial"/>
              <a:cs typeface="Arial"/>
              <a:sym typeface="Arial"/>
            </a:endParaRPr>
          </a:p>
        </p:txBody>
      </p:sp>
      <p:sp>
        <p:nvSpPr>
          <p:cNvPr id="547" name="Google Shape;547;p16:notes"/>
          <p:cNvSpPr/>
          <p:nvPr/>
        </p:nvSpPr>
        <p:spPr>
          <a:xfrm>
            <a:off x="5179320" y="6513840"/>
            <a:ext cx="3960000" cy="341640"/>
          </a:xfrm>
          <a:prstGeom prst="rect">
            <a:avLst/>
          </a:prstGeom>
          <a:noFill/>
          <a:ln>
            <a:noFill/>
          </a:ln>
        </p:spPr>
        <p:txBody>
          <a:bodyPr spcFirstLastPara="1" wrap="square" lIns="90000" tIns="45000" rIns="90000" bIns="45000" anchor="b" anchorCtr="0">
            <a:noAutofit/>
          </a:bodyPr>
          <a:lstStyle/>
          <a:p>
            <a:pPr marL="0" marR="0" lvl="0" indent="0" algn="r" rtl="0">
              <a:lnSpc>
                <a:spcPct val="100000"/>
              </a:lnSpc>
              <a:spcBef>
                <a:spcPts val="0"/>
              </a:spcBef>
              <a:spcAft>
                <a:spcPts val="0"/>
              </a:spcAft>
              <a:buNone/>
            </a:pPr>
            <a:fld id="{00000000-1234-1234-1234-123412341234}" type="slidenum">
              <a:rPr lang="en-IN" sz="1400" b="0" i="0" u="none" strike="noStrike" cap="none">
                <a:solidFill>
                  <a:srgbClr val="000000"/>
                </a:solidFill>
                <a:latin typeface="Times New Roman"/>
                <a:ea typeface="Times New Roman"/>
                <a:cs typeface="Times New Roman"/>
                <a:sym typeface="Times New Roman"/>
              </a:rPr>
              <a:t>18</a:t>
            </a:fld>
            <a:endParaRPr sz="1400" b="0" i="0" u="none" strike="noStrike" cap="none">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p:cNvGrpSpPr/>
        <p:nvPr/>
      </p:nvGrpSpPr>
      <p:grpSpPr>
        <a:xfrm>
          <a:off x="0" y="0"/>
          <a:ext cx="0" cy="0"/>
          <a:chOff x="0" y="0"/>
          <a:chExt cx="0" cy="0"/>
        </a:xfrm>
      </p:grpSpPr>
      <p:sp>
        <p:nvSpPr>
          <p:cNvPr id="567" name="Google Shape;567;p17:notes"/>
          <p:cNvSpPr>
            <a:spLocks noGrp="1" noRot="1" noChangeAspect="1"/>
          </p:cNvSpPr>
          <p:nvPr>
            <p:ph type="sldImg" idx="2"/>
          </p:nvPr>
        </p:nvSpPr>
        <p:spPr>
          <a:xfrm>
            <a:off x="3030538" y="857250"/>
            <a:ext cx="3081337" cy="2311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68" name="Google Shape;568;p17:notes"/>
          <p:cNvSpPr txBox="1">
            <a:spLocks noGrp="1"/>
          </p:cNvSpPr>
          <p:nvPr>
            <p:ph type="body" idx="1"/>
          </p:nvPr>
        </p:nvSpPr>
        <p:spPr>
          <a:xfrm>
            <a:off x="914400" y="3300480"/>
            <a:ext cx="7312680" cy="2697840"/>
          </a:xfrm>
          <a:prstGeom prst="rect">
            <a:avLst/>
          </a:prstGeom>
          <a:noFill/>
          <a:ln>
            <a:noFill/>
          </a:ln>
        </p:spPr>
        <p:txBody>
          <a:bodyPr spcFirstLastPara="1" wrap="square" lIns="0" tIns="0" rIns="0" bIns="0" anchor="t" anchorCtr="0">
            <a:noAutofit/>
          </a:bodyPr>
          <a:lstStyle/>
          <a:p>
            <a:pPr marL="216000" lvl="0" indent="-214199" algn="l" rtl="0">
              <a:lnSpc>
                <a:spcPct val="100000"/>
              </a:lnSpc>
              <a:spcBef>
                <a:spcPts val="0"/>
              </a:spcBef>
              <a:spcAft>
                <a:spcPts val="0"/>
              </a:spcAft>
              <a:buNone/>
            </a:pPr>
            <a:r>
              <a:rPr lang="en-IN" sz="1200" b="0" strike="noStrike">
                <a:solidFill>
                  <a:srgbClr val="000000"/>
                </a:solidFill>
                <a:latin typeface="Calibri"/>
                <a:ea typeface="Calibri"/>
                <a:cs typeface="Calibri"/>
                <a:sym typeface="Calibri"/>
              </a:rPr>
              <a:t>1 min + notice time 1 min </a:t>
            </a:r>
            <a:endParaRPr sz="1200" b="0" strike="noStrike">
              <a:latin typeface="Arial"/>
              <a:ea typeface="Arial"/>
              <a:cs typeface="Arial"/>
              <a:sym typeface="Arial"/>
            </a:endParaRPr>
          </a:p>
        </p:txBody>
      </p:sp>
      <p:sp>
        <p:nvSpPr>
          <p:cNvPr id="569" name="Google Shape;569;p17:notes"/>
          <p:cNvSpPr/>
          <p:nvPr/>
        </p:nvSpPr>
        <p:spPr>
          <a:xfrm>
            <a:off x="5179320" y="6513840"/>
            <a:ext cx="3960000" cy="341640"/>
          </a:xfrm>
          <a:prstGeom prst="rect">
            <a:avLst/>
          </a:prstGeom>
          <a:noFill/>
          <a:ln>
            <a:noFill/>
          </a:ln>
        </p:spPr>
        <p:txBody>
          <a:bodyPr spcFirstLastPara="1" wrap="square" lIns="90000" tIns="45000" rIns="90000" bIns="45000" anchor="b" anchorCtr="0">
            <a:noAutofit/>
          </a:bodyPr>
          <a:lstStyle/>
          <a:p>
            <a:pPr marL="0" marR="0" lvl="0" indent="0" algn="r" rtl="0">
              <a:lnSpc>
                <a:spcPct val="100000"/>
              </a:lnSpc>
              <a:spcBef>
                <a:spcPts val="0"/>
              </a:spcBef>
              <a:spcAft>
                <a:spcPts val="0"/>
              </a:spcAft>
              <a:buNone/>
            </a:pPr>
            <a:fld id="{00000000-1234-1234-1234-123412341234}" type="slidenum">
              <a:rPr lang="en-IN" sz="1400" b="0" i="0" u="none" strike="noStrike" cap="none">
                <a:solidFill>
                  <a:srgbClr val="000000"/>
                </a:solidFill>
                <a:latin typeface="Times New Roman"/>
                <a:ea typeface="Times New Roman"/>
                <a:cs typeface="Times New Roman"/>
                <a:sym typeface="Times New Roman"/>
              </a:rPr>
              <a:t>19</a:t>
            </a:fld>
            <a:endParaRPr sz="1400" b="0" i="0" u="none" strike="noStrike" cap="none">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7"/>
        <p:cNvGrpSpPr/>
        <p:nvPr/>
      </p:nvGrpSpPr>
      <p:grpSpPr>
        <a:xfrm>
          <a:off x="0" y="0"/>
          <a:ext cx="0" cy="0"/>
          <a:chOff x="0" y="0"/>
          <a:chExt cx="0" cy="0"/>
        </a:xfrm>
      </p:grpSpPr>
      <p:sp>
        <p:nvSpPr>
          <p:cNvPr id="578" name="Google Shape;578;p18: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79" name="Google Shape;579;p18:notes"/>
          <p:cNvSpPr>
            <a:spLocks noGrp="1" noRot="1" noChangeAspect="1"/>
          </p:cNvSpPr>
          <p:nvPr>
            <p:ph type="sldImg" idx="2"/>
          </p:nvPr>
        </p:nvSpPr>
        <p:spPr>
          <a:xfrm>
            <a:off x="1108075" y="812800"/>
            <a:ext cx="5343525"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5"/>
        <p:cNvGrpSpPr/>
        <p:nvPr/>
      </p:nvGrpSpPr>
      <p:grpSpPr>
        <a:xfrm>
          <a:off x="0" y="0"/>
          <a:ext cx="0" cy="0"/>
          <a:chOff x="0" y="0"/>
          <a:chExt cx="0" cy="0"/>
        </a:xfrm>
      </p:grpSpPr>
      <p:sp>
        <p:nvSpPr>
          <p:cNvPr id="596" name="Google Shape;596;p19:notes"/>
          <p:cNvSpPr>
            <a:spLocks noGrp="1" noRot="1" noChangeAspect="1"/>
          </p:cNvSpPr>
          <p:nvPr>
            <p:ph type="sldImg" idx="2"/>
          </p:nvPr>
        </p:nvSpPr>
        <p:spPr>
          <a:xfrm>
            <a:off x="3030538" y="857250"/>
            <a:ext cx="3081337" cy="2311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97" name="Google Shape;597;p19:notes"/>
          <p:cNvSpPr txBox="1">
            <a:spLocks noGrp="1"/>
          </p:cNvSpPr>
          <p:nvPr>
            <p:ph type="body" idx="1"/>
          </p:nvPr>
        </p:nvSpPr>
        <p:spPr>
          <a:xfrm>
            <a:off x="914400" y="3300480"/>
            <a:ext cx="7312680" cy="2697840"/>
          </a:xfrm>
          <a:prstGeom prst="rect">
            <a:avLst/>
          </a:prstGeom>
          <a:noFill/>
          <a:ln>
            <a:noFill/>
          </a:ln>
        </p:spPr>
        <p:txBody>
          <a:bodyPr spcFirstLastPara="1" wrap="square" lIns="0" tIns="0" rIns="0" bIns="0" anchor="t" anchorCtr="0">
            <a:noAutofit/>
          </a:bodyPr>
          <a:lstStyle/>
          <a:p>
            <a:pPr marL="216000" lvl="0" indent="-214199" algn="l" rtl="0">
              <a:lnSpc>
                <a:spcPct val="100000"/>
              </a:lnSpc>
              <a:spcBef>
                <a:spcPts val="0"/>
              </a:spcBef>
              <a:spcAft>
                <a:spcPts val="0"/>
              </a:spcAft>
              <a:buNone/>
            </a:pPr>
            <a:r>
              <a:rPr lang="en-IN" sz="1200" b="0" strike="noStrike" dirty="0">
                <a:solidFill>
                  <a:srgbClr val="000000"/>
                </a:solidFill>
                <a:latin typeface="Calibri"/>
                <a:ea typeface="Calibri"/>
                <a:cs typeface="Calibri"/>
                <a:sym typeface="Calibri"/>
              </a:rPr>
              <a:t>1 min + 0.5 min</a:t>
            </a:r>
            <a:endParaRPr sz="1200" b="0" strike="noStrike" dirty="0">
              <a:latin typeface="Arial"/>
              <a:ea typeface="Arial"/>
              <a:cs typeface="Arial"/>
              <a:sym typeface="Arial"/>
            </a:endParaRPr>
          </a:p>
        </p:txBody>
      </p:sp>
      <p:sp>
        <p:nvSpPr>
          <p:cNvPr id="598" name="Google Shape;598;p19:notes"/>
          <p:cNvSpPr/>
          <p:nvPr/>
        </p:nvSpPr>
        <p:spPr>
          <a:xfrm>
            <a:off x="5179320" y="6513840"/>
            <a:ext cx="3960000" cy="341640"/>
          </a:xfrm>
          <a:prstGeom prst="rect">
            <a:avLst/>
          </a:prstGeom>
          <a:noFill/>
          <a:ln>
            <a:noFill/>
          </a:ln>
        </p:spPr>
        <p:txBody>
          <a:bodyPr spcFirstLastPara="1" wrap="square" lIns="90000" tIns="45000" rIns="90000" bIns="45000" anchor="b" anchorCtr="0">
            <a:noAutofit/>
          </a:bodyPr>
          <a:lstStyle/>
          <a:p>
            <a:pPr marL="0" marR="0" lvl="0" indent="0" algn="r" rtl="0">
              <a:lnSpc>
                <a:spcPct val="100000"/>
              </a:lnSpc>
              <a:spcBef>
                <a:spcPts val="0"/>
              </a:spcBef>
              <a:spcAft>
                <a:spcPts val="0"/>
              </a:spcAft>
              <a:buNone/>
            </a:pPr>
            <a:fld id="{00000000-1234-1234-1234-123412341234}" type="slidenum">
              <a:rPr lang="en-IN" sz="1400" b="0" i="0" u="none" strike="noStrike" cap="none">
                <a:solidFill>
                  <a:srgbClr val="000000"/>
                </a:solidFill>
                <a:latin typeface="Times New Roman"/>
                <a:ea typeface="Times New Roman"/>
                <a:cs typeface="Times New Roman"/>
                <a:sym typeface="Times New Roman"/>
              </a:rPr>
              <a:t>21</a:t>
            </a:fld>
            <a:endParaRPr sz="1400" b="0" i="0" u="none" strike="noStrike" cap="none">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2"/>
        <p:cNvGrpSpPr/>
        <p:nvPr/>
      </p:nvGrpSpPr>
      <p:grpSpPr>
        <a:xfrm>
          <a:off x="0" y="0"/>
          <a:ext cx="0" cy="0"/>
          <a:chOff x="0" y="0"/>
          <a:chExt cx="0" cy="0"/>
        </a:xfrm>
      </p:grpSpPr>
      <p:sp>
        <p:nvSpPr>
          <p:cNvPr id="613" name="Google Shape;613;p20:notes"/>
          <p:cNvSpPr>
            <a:spLocks noGrp="1" noRot="1" noChangeAspect="1"/>
          </p:cNvSpPr>
          <p:nvPr>
            <p:ph type="sldImg" idx="2"/>
          </p:nvPr>
        </p:nvSpPr>
        <p:spPr>
          <a:xfrm>
            <a:off x="3030538" y="857250"/>
            <a:ext cx="3081337" cy="2311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14" name="Google Shape;614;p20:notes"/>
          <p:cNvSpPr txBox="1">
            <a:spLocks noGrp="1"/>
          </p:cNvSpPr>
          <p:nvPr>
            <p:ph type="body" idx="1"/>
          </p:nvPr>
        </p:nvSpPr>
        <p:spPr>
          <a:xfrm>
            <a:off x="914400" y="3300480"/>
            <a:ext cx="7312680" cy="2697840"/>
          </a:xfrm>
          <a:prstGeom prst="rect">
            <a:avLst/>
          </a:prstGeom>
          <a:noFill/>
          <a:ln>
            <a:noFill/>
          </a:ln>
        </p:spPr>
        <p:txBody>
          <a:bodyPr spcFirstLastPara="1" wrap="square" lIns="0" tIns="0" rIns="0" bIns="0" anchor="t" anchorCtr="0">
            <a:noAutofit/>
          </a:bodyPr>
          <a:lstStyle/>
          <a:p>
            <a:pPr marL="216000" lvl="0" indent="-214199" algn="l" rtl="0">
              <a:lnSpc>
                <a:spcPct val="100000"/>
              </a:lnSpc>
              <a:spcBef>
                <a:spcPts val="0"/>
              </a:spcBef>
              <a:spcAft>
                <a:spcPts val="0"/>
              </a:spcAft>
              <a:buNone/>
            </a:pPr>
            <a:r>
              <a:rPr lang="en-IN" sz="1200" b="0" strike="noStrike">
                <a:solidFill>
                  <a:srgbClr val="000000"/>
                </a:solidFill>
                <a:latin typeface="Calibri"/>
                <a:ea typeface="Calibri"/>
                <a:cs typeface="Calibri"/>
                <a:sym typeface="Calibri"/>
              </a:rPr>
              <a:t>4 mins + 2 mins</a:t>
            </a:r>
            <a:endParaRPr sz="1200" b="0" strike="noStrike">
              <a:latin typeface="Arial"/>
              <a:ea typeface="Arial"/>
              <a:cs typeface="Arial"/>
              <a:sym typeface="Arial"/>
            </a:endParaRPr>
          </a:p>
        </p:txBody>
      </p:sp>
      <p:sp>
        <p:nvSpPr>
          <p:cNvPr id="615" name="Google Shape;615;p20:notes"/>
          <p:cNvSpPr/>
          <p:nvPr/>
        </p:nvSpPr>
        <p:spPr>
          <a:xfrm>
            <a:off x="5179320" y="6513840"/>
            <a:ext cx="3960000" cy="341640"/>
          </a:xfrm>
          <a:prstGeom prst="rect">
            <a:avLst/>
          </a:prstGeom>
          <a:noFill/>
          <a:ln>
            <a:noFill/>
          </a:ln>
        </p:spPr>
        <p:txBody>
          <a:bodyPr spcFirstLastPara="1" wrap="square" lIns="90000" tIns="45000" rIns="90000" bIns="45000" anchor="b" anchorCtr="0">
            <a:noAutofit/>
          </a:bodyPr>
          <a:lstStyle/>
          <a:p>
            <a:pPr marL="0" marR="0" lvl="0" indent="0" algn="r" rtl="0">
              <a:lnSpc>
                <a:spcPct val="100000"/>
              </a:lnSpc>
              <a:spcBef>
                <a:spcPts val="0"/>
              </a:spcBef>
              <a:spcAft>
                <a:spcPts val="0"/>
              </a:spcAft>
              <a:buNone/>
            </a:pPr>
            <a:fld id="{00000000-1234-1234-1234-123412341234}" type="slidenum">
              <a:rPr lang="en-IN" sz="1400" b="0" i="0" u="none" strike="noStrike" cap="none">
                <a:solidFill>
                  <a:srgbClr val="000000"/>
                </a:solidFill>
                <a:latin typeface="Times New Roman"/>
                <a:ea typeface="Times New Roman"/>
                <a:cs typeface="Times New Roman"/>
                <a:sym typeface="Times New Roman"/>
              </a:rPr>
              <a:t>22</a:t>
            </a:fld>
            <a:endParaRPr sz="1400" b="0" i="0" u="none" strike="noStrike" cap="none">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8"/>
        <p:cNvGrpSpPr/>
        <p:nvPr/>
      </p:nvGrpSpPr>
      <p:grpSpPr>
        <a:xfrm>
          <a:off x="0" y="0"/>
          <a:ext cx="0" cy="0"/>
          <a:chOff x="0" y="0"/>
          <a:chExt cx="0" cy="0"/>
        </a:xfrm>
      </p:grpSpPr>
      <p:sp>
        <p:nvSpPr>
          <p:cNvPr id="629" name="Google Shape;629;p21:notes"/>
          <p:cNvSpPr>
            <a:spLocks noGrp="1" noRot="1" noChangeAspect="1"/>
          </p:cNvSpPr>
          <p:nvPr>
            <p:ph type="sldImg" idx="2"/>
          </p:nvPr>
        </p:nvSpPr>
        <p:spPr>
          <a:xfrm>
            <a:off x="3030538" y="857250"/>
            <a:ext cx="3081337" cy="2311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30" name="Google Shape;630;p21:notes"/>
          <p:cNvSpPr txBox="1">
            <a:spLocks noGrp="1"/>
          </p:cNvSpPr>
          <p:nvPr>
            <p:ph type="body" idx="1"/>
          </p:nvPr>
        </p:nvSpPr>
        <p:spPr>
          <a:xfrm>
            <a:off x="914400" y="3300480"/>
            <a:ext cx="7312680" cy="269784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endParaRPr sz="2000" b="0" strike="noStrike">
              <a:latin typeface="Arial"/>
              <a:ea typeface="Arial"/>
              <a:cs typeface="Arial"/>
              <a:sym typeface="Arial"/>
            </a:endParaRPr>
          </a:p>
        </p:txBody>
      </p:sp>
      <p:sp>
        <p:nvSpPr>
          <p:cNvPr id="631" name="Google Shape;631;p21:notes"/>
          <p:cNvSpPr/>
          <p:nvPr/>
        </p:nvSpPr>
        <p:spPr>
          <a:xfrm>
            <a:off x="5179320" y="6513840"/>
            <a:ext cx="3960000" cy="341640"/>
          </a:xfrm>
          <a:prstGeom prst="rect">
            <a:avLst/>
          </a:prstGeom>
          <a:noFill/>
          <a:ln>
            <a:noFill/>
          </a:ln>
        </p:spPr>
        <p:txBody>
          <a:bodyPr spcFirstLastPara="1" wrap="square" lIns="90000" tIns="45000" rIns="90000" bIns="45000" anchor="b" anchorCtr="0">
            <a:noAutofit/>
          </a:bodyPr>
          <a:lstStyle/>
          <a:p>
            <a:pPr marL="0" marR="0" lvl="0" indent="0" algn="r" rtl="0">
              <a:lnSpc>
                <a:spcPct val="100000"/>
              </a:lnSpc>
              <a:spcBef>
                <a:spcPts val="0"/>
              </a:spcBef>
              <a:spcAft>
                <a:spcPts val="0"/>
              </a:spcAft>
              <a:buNone/>
            </a:pPr>
            <a:fld id="{00000000-1234-1234-1234-123412341234}" type="slidenum">
              <a:rPr lang="en-IN" sz="1400" b="0" i="0" u="none" strike="noStrike" cap="none">
                <a:solidFill>
                  <a:srgbClr val="000000"/>
                </a:solidFill>
                <a:latin typeface="Times New Roman"/>
                <a:ea typeface="Times New Roman"/>
                <a:cs typeface="Times New Roman"/>
                <a:sym typeface="Times New Roman"/>
              </a:rPr>
              <a:t>23</a:t>
            </a:fld>
            <a:endParaRPr sz="1400" b="0" i="0" u="none" strike="noStrike" cap="none">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4"/>
        <p:cNvGrpSpPr/>
        <p:nvPr/>
      </p:nvGrpSpPr>
      <p:grpSpPr>
        <a:xfrm>
          <a:off x="0" y="0"/>
          <a:ext cx="0" cy="0"/>
          <a:chOff x="0" y="0"/>
          <a:chExt cx="0" cy="0"/>
        </a:xfrm>
      </p:grpSpPr>
      <p:sp>
        <p:nvSpPr>
          <p:cNvPr id="645" name="Google Shape;645;p22: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46" name="Google Shape;646;p22:notes"/>
          <p:cNvSpPr>
            <a:spLocks noGrp="1" noRot="1" noChangeAspect="1"/>
          </p:cNvSpPr>
          <p:nvPr>
            <p:ph type="sldImg" idx="2"/>
          </p:nvPr>
        </p:nvSpPr>
        <p:spPr>
          <a:xfrm>
            <a:off x="1108075" y="812800"/>
            <a:ext cx="5343525"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
        <p:cNvGrpSpPr/>
        <p:nvPr/>
      </p:nvGrpSpPr>
      <p:grpSpPr>
        <a:xfrm>
          <a:off x="0" y="0"/>
          <a:ext cx="0" cy="0"/>
          <a:chOff x="0" y="0"/>
          <a:chExt cx="0" cy="0"/>
        </a:xfrm>
      </p:grpSpPr>
      <p:sp>
        <p:nvSpPr>
          <p:cNvPr id="668" name="Google Shape;668;p23:notes"/>
          <p:cNvSpPr>
            <a:spLocks noGrp="1" noRot="1" noChangeAspect="1"/>
          </p:cNvSpPr>
          <p:nvPr>
            <p:ph type="sldImg" idx="2"/>
          </p:nvPr>
        </p:nvSpPr>
        <p:spPr>
          <a:xfrm>
            <a:off x="3030538" y="857250"/>
            <a:ext cx="3081337" cy="2311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69" name="Google Shape;669;p23:notes"/>
          <p:cNvSpPr txBox="1">
            <a:spLocks noGrp="1"/>
          </p:cNvSpPr>
          <p:nvPr>
            <p:ph type="body" idx="1"/>
          </p:nvPr>
        </p:nvSpPr>
        <p:spPr>
          <a:xfrm>
            <a:off x="914400" y="3300480"/>
            <a:ext cx="7312680" cy="269784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endParaRPr sz="2000" b="0" strike="noStrike">
              <a:latin typeface="Arial"/>
              <a:ea typeface="Arial"/>
              <a:cs typeface="Arial"/>
              <a:sym typeface="Arial"/>
            </a:endParaRPr>
          </a:p>
        </p:txBody>
      </p:sp>
      <p:sp>
        <p:nvSpPr>
          <p:cNvPr id="670" name="Google Shape;670;p23:notes"/>
          <p:cNvSpPr/>
          <p:nvPr/>
        </p:nvSpPr>
        <p:spPr>
          <a:xfrm>
            <a:off x="5179320" y="6513840"/>
            <a:ext cx="3960000" cy="341640"/>
          </a:xfrm>
          <a:prstGeom prst="rect">
            <a:avLst/>
          </a:prstGeom>
          <a:noFill/>
          <a:ln>
            <a:noFill/>
          </a:ln>
        </p:spPr>
        <p:txBody>
          <a:bodyPr spcFirstLastPara="1" wrap="square" lIns="90000" tIns="45000" rIns="90000" bIns="45000" anchor="b" anchorCtr="0">
            <a:noAutofit/>
          </a:bodyPr>
          <a:lstStyle/>
          <a:p>
            <a:pPr marL="0" marR="0" lvl="0" indent="0" algn="r" rtl="0">
              <a:lnSpc>
                <a:spcPct val="100000"/>
              </a:lnSpc>
              <a:spcBef>
                <a:spcPts val="0"/>
              </a:spcBef>
              <a:spcAft>
                <a:spcPts val="0"/>
              </a:spcAft>
              <a:buNone/>
            </a:pPr>
            <a:fld id="{00000000-1234-1234-1234-123412341234}" type="slidenum">
              <a:rPr lang="en-IN" sz="1400" b="0" i="0" u="none" strike="noStrike" cap="none">
                <a:solidFill>
                  <a:srgbClr val="000000"/>
                </a:solidFill>
                <a:latin typeface="Times New Roman"/>
                <a:ea typeface="Times New Roman"/>
                <a:cs typeface="Times New Roman"/>
                <a:sym typeface="Times New Roman"/>
              </a:rPr>
              <a:t>25</a:t>
            </a:fld>
            <a:endParaRPr sz="1400" b="0" i="0" u="none" strike="noStrike" cap="none">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p24:notes"/>
          <p:cNvSpPr>
            <a:spLocks noGrp="1" noRot="1" noChangeAspect="1"/>
          </p:cNvSpPr>
          <p:nvPr>
            <p:ph type="sldImg" idx="2"/>
          </p:nvPr>
        </p:nvSpPr>
        <p:spPr>
          <a:xfrm>
            <a:off x="3030538" y="857250"/>
            <a:ext cx="3081337" cy="2311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81" name="Google Shape;681;p24:notes"/>
          <p:cNvSpPr txBox="1">
            <a:spLocks noGrp="1"/>
          </p:cNvSpPr>
          <p:nvPr>
            <p:ph type="body" idx="1"/>
          </p:nvPr>
        </p:nvSpPr>
        <p:spPr>
          <a:xfrm>
            <a:off x="914400" y="3300480"/>
            <a:ext cx="7312680" cy="269784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endParaRPr sz="2000" b="0" strike="noStrike">
              <a:latin typeface="Arial"/>
              <a:ea typeface="Arial"/>
              <a:cs typeface="Arial"/>
              <a:sym typeface="Arial"/>
            </a:endParaRPr>
          </a:p>
        </p:txBody>
      </p:sp>
      <p:sp>
        <p:nvSpPr>
          <p:cNvPr id="682" name="Google Shape;682;p24:notes"/>
          <p:cNvSpPr/>
          <p:nvPr/>
        </p:nvSpPr>
        <p:spPr>
          <a:xfrm>
            <a:off x="5179320" y="6513840"/>
            <a:ext cx="3960000" cy="341640"/>
          </a:xfrm>
          <a:prstGeom prst="rect">
            <a:avLst/>
          </a:prstGeom>
          <a:noFill/>
          <a:ln>
            <a:noFill/>
          </a:ln>
        </p:spPr>
        <p:txBody>
          <a:bodyPr spcFirstLastPara="1" wrap="square" lIns="90000" tIns="45000" rIns="90000" bIns="45000" anchor="b" anchorCtr="0">
            <a:noAutofit/>
          </a:bodyPr>
          <a:lstStyle/>
          <a:p>
            <a:pPr marL="0" marR="0" lvl="0" indent="0" algn="r" rtl="0">
              <a:lnSpc>
                <a:spcPct val="100000"/>
              </a:lnSpc>
              <a:spcBef>
                <a:spcPts val="0"/>
              </a:spcBef>
              <a:spcAft>
                <a:spcPts val="0"/>
              </a:spcAft>
              <a:buNone/>
            </a:pPr>
            <a:fld id="{00000000-1234-1234-1234-123412341234}" type="slidenum">
              <a:rPr lang="en-IN" sz="1400" b="0" i="0" u="none" strike="noStrike" cap="none">
                <a:solidFill>
                  <a:srgbClr val="000000"/>
                </a:solidFill>
                <a:latin typeface="Times New Roman"/>
                <a:ea typeface="Times New Roman"/>
                <a:cs typeface="Times New Roman"/>
                <a:sym typeface="Times New Roman"/>
              </a:rPr>
              <a:t>26</a:t>
            </a:fld>
            <a:endParaRPr sz="1400" b="0" i="0" u="none" strike="noStrike" cap="none">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1"/>
        <p:cNvGrpSpPr/>
        <p:nvPr/>
      </p:nvGrpSpPr>
      <p:grpSpPr>
        <a:xfrm>
          <a:off x="0" y="0"/>
          <a:ext cx="0" cy="0"/>
          <a:chOff x="0" y="0"/>
          <a:chExt cx="0" cy="0"/>
        </a:xfrm>
      </p:grpSpPr>
      <p:sp>
        <p:nvSpPr>
          <p:cNvPr id="692" name="Google Shape;692;p25:notes"/>
          <p:cNvSpPr>
            <a:spLocks noGrp="1" noRot="1" noChangeAspect="1"/>
          </p:cNvSpPr>
          <p:nvPr>
            <p:ph type="sldImg" idx="2"/>
          </p:nvPr>
        </p:nvSpPr>
        <p:spPr>
          <a:xfrm>
            <a:off x="3030538" y="857250"/>
            <a:ext cx="3081337" cy="2311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93" name="Google Shape;693;p25:notes"/>
          <p:cNvSpPr txBox="1">
            <a:spLocks noGrp="1"/>
          </p:cNvSpPr>
          <p:nvPr>
            <p:ph type="body" idx="1"/>
          </p:nvPr>
        </p:nvSpPr>
        <p:spPr>
          <a:xfrm>
            <a:off x="914400" y="3300480"/>
            <a:ext cx="7312680" cy="269784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endParaRPr sz="2000" b="0" strike="noStrike">
              <a:latin typeface="Arial"/>
              <a:ea typeface="Arial"/>
              <a:cs typeface="Arial"/>
              <a:sym typeface="Arial"/>
            </a:endParaRPr>
          </a:p>
        </p:txBody>
      </p:sp>
      <p:sp>
        <p:nvSpPr>
          <p:cNvPr id="694" name="Google Shape;694;p25:notes"/>
          <p:cNvSpPr/>
          <p:nvPr/>
        </p:nvSpPr>
        <p:spPr>
          <a:xfrm>
            <a:off x="5179320" y="6513840"/>
            <a:ext cx="3960000" cy="341640"/>
          </a:xfrm>
          <a:prstGeom prst="rect">
            <a:avLst/>
          </a:prstGeom>
          <a:noFill/>
          <a:ln>
            <a:noFill/>
          </a:ln>
        </p:spPr>
        <p:txBody>
          <a:bodyPr spcFirstLastPara="1" wrap="square" lIns="90000" tIns="45000" rIns="90000" bIns="45000" anchor="b" anchorCtr="0">
            <a:noAutofit/>
          </a:bodyPr>
          <a:lstStyle/>
          <a:p>
            <a:pPr marL="0" marR="0" lvl="0" indent="0" algn="r" rtl="0">
              <a:lnSpc>
                <a:spcPct val="100000"/>
              </a:lnSpc>
              <a:spcBef>
                <a:spcPts val="0"/>
              </a:spcBef>
              <a:spcAft>
                <a:spcPts val="0"/>
              </a:spcAft>
              <a:buNone/>
            </a:pPr>
            <a:fld id="{00000000-1234-1234-1234-123412341234}" type="slidenum">
              <a:rPr lang="en-IN" sz="1400" b="0" i="0" u="none" strike="noStrike" cap="none">
                <a:solidFill>
                  <a:srgbClr val="000000"/>
                </a:solidFill>
                <a:latin typeface="Times New Roman"/>
                <a:ea typeface="Times New Roman"/>
                <a:cs typeface="Times New Roman"/>
                <a:sym typeface="Times New Roman"/>
              </a:rPr>
              <a:t>27</a:t>
            </a:fld>
            <a:endParaRPr sz="1400" b="0" i="0" u="none" strike="noStrike" cap="none">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2"/>
        <p:cNvGrpSpPr/>
        <p:nvPr/>
      </p:nvGrpSpPr>
      <p:grpSpPr>
        <a:xfrm>
          <a:off x="0" y="0"/>
          <a:ext cx="0" cy="0"/>
          <a:chOff x="0" y="0"/>
          <a:chExt cx="0" cy="0"/>
        </a:xfrm>
      </p:grpSpPr>
      <p:sp>
        <p:nvSpPr>
          <p:cNvPr id="703" name="Google Shape;703;p26:notes"/>
          <p:cNvSpPr>
            <a:spLocks noGrp="1" noRot="1" noChangeAspect="1"/>
          </p:cNvSpPr>
          <p:nvPr>
            <p:ph type="sldImg" idx="2"/>
          </p:nvPr>
        </p:nvSpPr>
        <p:spPr>
          <a:xfrm>
            <a:off x="3030538" y="857250"/>
            <a:ext cx="3081337" cy="2311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04" name="Google Shape;704;p26:notes"/>
          <p:cNvSpPr txBox="1">
            <a:spLocks noGrp="1"/>
          </p:cNvSpPr>
          <p:nvPr>
            <p:ph type="body" idx="1"/>
          </p:nvPr>
        </p:nvSpPr>
        <p:spPr>
          <a:xfrm>
            <a:off x="914400" y="3300480"/>
            <a:ext cx="7312680" cy="269784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endParaRPr sz="2000" b="0" strike="noStrike">
              <a:latin typeface="Arial"/>
              <a:ea typeface="Arial"/>
              <a:cs typeface="Arial"/>
              <a:sym typeface="Arial"/>
            </a:endParaRPr>
          </a:p>
        </p:txBody>
      </p:sp>
      <p:sp>
        <p:nvSpPr>
          <p:cNvPr id="705" name="Google Shape;705;p26:notes"/>
          <p:cNvSpPr/>
          <p:nvPr/>
        </p:nvSpPr>
        <p:spPr>
          <a:xfrm>
            <a:off x="5179320" y="6513840"/>
            <a:ext cx="3960000" cy="341640"/>
          </a:xfrm>
          <a:prstGeom prst="rect">
            <a:avLst/>
          </a:prstGeom>
          <a:noFill/>
          <a:ln>
            <a:noFill/>
          </a:ln>
        </p:spPr>
        <p:txBody>
          <a:bodyPr spcFirstLastPara="1" wrap="square" lIns="90000" tIns="45000" rIns="90000" bIns="45000" anchor="b" anchorCtr="0">
            <a:noAutofit/>
          </a:bodyPr>
          <a:lstStyle/>
          <a:p>
            <a:pPr marL="0" marR="0" lvl="0" indent="0" algn="r" rtl="0">
              <a:lnSpc>
                <a:spcPct val="100000"/>
              </a:lnSpc>
              <a:spcBef>
                <a:spcPts val="0"/>
              </a:spcBef>
              <a:spcAft>
                <a:spcPts val="0"/>
              </a:spcAft>
              <a:buNone/>
            </a:pPr>
            <a:fld id="{00000000-1234-1234-1234-123412341234}" type="slidenum">
              <a:rPr lang="en-IN" sz="1400" b="0" i="0" u="none" strike="noStrike" cap="none">
                <a:solidFill>
                  <a:srgbClr val="000000"/>
                </a:solidFill>
                <a:latin typeface="Times New Roman"/>
                <a:ea typeface="Times New Roman"/>
                <a:cs typeface="Times New Roman"/>
                <a:sym typeface="Times New Roman"/>
              </a:rPr>
              <a:t>28</a:t>
            </a:fld>
            <a:endParaRPr sz="1400" b="0" i="0" u="none" strike="noStrike" cap="none">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2"/>
        <p:cNvGrpSpPr/>
        <p:nvPr/>
      </p:nvGrpSpPr>
      <p:grpSpPr>
        <a:xfrm>
          <a:off x="0" y="0"/>
          <a:ext cx="0" cy="0"/>
          <a:chOff x="0" y="0"/>
          <a:chExt cx="0" cy="0"/>
        </a:xfrm>
      </p:grpSpPr>
      <p:sp>
        <p:nvSpPr>
          <p:cNvPr id="713" name="Google Shape;713;p27:notes"/>
          <p:cNvSpPr>
            <a:spLocks noGrp="1" noRot="1" noChangeAspect="1"/>
          </p:cNvSpPr>
          <p:nvPr>
            <p:ph type="sldImg" idx="2"/>
          </p:nvPr>
        </p:nvSpPr>
        <p:spPr>
          <a:xfrm>
            <a:off x="3030538" y="857250"/>
            <a:ext cx="3081337" cy="2311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14" name="Google Shape;714;p27:notes"/>
          <p:cNvSpPr txBox="1">
            <a:spLocks noGrp="1"/>
          </p:cNvSpPr>
          <p:nvPr>
            <p:ph type="body" idx="1"/>
          </p:nvPr>
        </p:nvSpPr>
        <p:spPr>
          <a:xfrm>
            <a:off x="914400" y="3300480"/>
            <a:ext cx="7312680" cy="269784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endParaRPr sz="2000" b="0" strike="noStrike">
              <a:latin typeface="Arial"/>
              <a:ea typeface="Arial"/>
              <a:cs typeface="Arial"/>
              <a:sym typeface="Arial"/>
            </a:endParaRPr>
          </a:p>
        </p:txBody>
      </p:sp>
      <p:sp>
        <p:nvSpPr>
          <p:cNvPr id="715" name="Google Shape;715;p27:notes"/>
          <p:cNvSpPr/>
          <p:nvPr/>
        </p:nvSpPr>
        <p:spPr>
          <a:xfrm>
            <a:off x="5179320" y="6513840"/>
            <a:ext cx="3960000" cy="341640"/>
          </a:xfrm>
          <a:prstGeom prst="rect">
            <a:avLst/>
          </a:prstGeom>
          <a:noFill/>
          <a:ln>
            <a:noFill/>
          </a:ln>
        </p:spPr>
        <p:txBody>
          <a:bodyPr spcFirstLastPara="1" wrap="square" lIns="90000" tIns="45000" rIns="90000" bIns="45000" anchor="b" anchorCtr="0">
            <a:noAutofit/>
          </a:bodyPr>
          <a:lstStyle/>
          <a:p>
            <a:pPr marL="0" marR="0" lvl="0" indent="0" algn="r" rtl="0">
              <a:lnSpc>
                <a:spcPct val="100000"/>
              </a:lnSpc>
              <a:spcBef>
                <a:spcPts val="0"/>
              </a:spcBef>
              <a:spcAft>
                <a:spcPts val="0"/>
              </a:spcAft>
              <a:buNone/>
            </a:pPr>
            <a:fld id="{00000000-1234-1234-1234-123412341234}" type="slidenum">
              <a:rPr lang="en-IN" sz="1400" b="0" i="0" u="none" strike="noStrike" cap="none">
                <a:solidFill>
                  <a:srgbClr val="000000"/>
                </a:solidFill>
                <a:latin typeface="Times New Roman"/>
                <a:ea typeface="Times New Roman"/>
                <a:cs typeface="Times New Roman"/>
                <a:sym typeface="Times New Roman"/>
              </a:rPr>
              <a:t>29</a:t>
            </a:fld>
            <a:endParaRPr sz="1400" b="0" i="0" u="none" strike="noStrike" cap="none">
              <a:latin typeface="Arial"/>
              <a:ea typeface="Arial"/>
              <a:cs typeface="Arial"/>
              <a:sym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6"/>
        <p:cNvGrpSpPr/>
        <p:nvPr/>
      </p:nvGrpSpPr>
      <p:grpSpPr>
        <a:xfrm>
          <a:off x="0" y="0"/>
          <a:ext cx="0" cy="0"/>
          <a:chOff x="0" y="0"/>
          <a:chExt cx="0" cy="0"/>
        </a:xfrm>
      </p:grpSpPr>
      <p:sp>
        <p:nvSpPr>
          <p:cNvPr id="727" name="Google Shape;727;p28:notes"/>
          <p:cNvSpPr>
            <a:spLocks noGrp="1" noRot="1" noChangeAspect="1"/>
          </p:cNvSpPr>
          <p:nvPr>
            <p:ph type="sldImg" idx="2"/>
          </p:nvPr>
        </p:nvSpPr>
        <p:spPr>
          <a:xfrm>
            <a:off x="3030538" y="857250"/>
            <a:ext cx="3081337" cy="2311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28" name="Google Shape;728;p28:notes"/>
          <p:cNvSpPr txBox="1">
            <a:spLocks noGrp="1"/>
          </p:cNvSpPr>
          <p:nvPr>
            <p:ph type="body" idx="1"/>
          </p:nvPr>
        </p:nvSpPr>
        <p:spPr>
          <a:xfrm>
            <a:off x="914400" y="3300480"/>
            <a:ext cx="7312680" cy="269784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000" b="0" strike="noStrike" dirty="0" err="1">
                <a:latin typeface="Arial"/>
                <a:ea typeface="Arial"/>
                <a:cs typeface="Arial"/>
                <a:sym typeface="Arial"/>
              </a:rPr>
              <a:t>Powerpoint</a:t>
            </a:r>
            <a:r>
              <a:rPr lang="en-US" sz="2000" b="0" strike="noStrike" dirty="0">
                <a:latin typeface="Arial"/>
                <a:ea typeface="Arial"/>
                <a:cs typeface="Arial"/>
                <a:sym typeface="Arial"/>
              </a:rPr>
              <a:t> </a:t>
            </a:r>
            <a:endParaRPr sz="2000" b="0" strike="noStrike" dirty="0">
              <a:latin typeface="Arial"/>
              <a:ea typeface="Arial"/>
              <a:cs typeface="Arial"/>
              <a:sym typeface="Arial"/>
            </a:endParaRPr>
          </a:p>
        </p:txBody>
      </p:sp>
      <p:sp>
        <p:nvSpPr>
          <p:cNvPr id="729" name="Google Shape;729;p28:notes"/>
          <p:cNvSpPr/>
          <p:nvPr/>
        </p:nvSpPr>
        <p:spPr>
          <a:xfrm>
            <a:off x="5179320" y="6513840"/>
            <a:ext cx="3960000" cy="341640"/>
          </a:xfrm>
          <a:prstGeom prst="rect">
            <a:avLst/>
          </a:prstGeom>
          <a:noFill/>
          <a:ln>
            <a:noFill/>
          </a:ln>
        </p:spPr>
        <p:txBody>
          <a:bodyPr spcFirstLastPara="1" wrap="square" lIns="90000" tIns="45000" rIns="90000" bIns="45000" anchor="b" anchorCtr="0">
            <a:noAutofit/>
          </a:bodyPr>
          <a:lstStyle/>
          <a:p>
            <a:pPr marL="0" marR="0" lvl="0" indent="0" algn="r" rtl="0">
              <a:lnSpc>
                <a:spcPct val="100000"/>
              </a:lnSpc>
              <a:spcBef>
                <a:spcPts val="0"/>
              </a:spcBef>
              <a:spcAft>
                <a:spcPts val="0"/>
              </a:spcAft>
              <a:buNone/>
            </a:pPr>
            <a:fld id="{00000000-1234-1234-1234-123412341234}" type="slidenum">
              <a:rPr lang="en-IN" sz="1400" b="0" i="0" u="none" strike="noStrike" cap="none">
                <a:solidFill>
                  <a:srgbClr val="000000"/>
                </a:solidFill>
                <a:latin typeface="Times New Roman"/>
                <a:ea typeface="Times New Roman"/>
                <a:cs typeface="Times New Roman"/>
                <a:sym typeface="Times New Roman"/>
              </a:rPr>
              <a:t>30</a:t>
            </a:fld>
            <a:endParaRPr sz="1400" b="0" i="0" u="none" strike="noStrike" cap="none">
              <a:latin typeface="Arial"/>
              <a:ea typeface="Arial"/>
              <a:cs typeface="Arial"/>
              <a:sym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8"/>
        <p:cNvGrpSpPr/>
        <p:nvPr/>
      </p:nvGrpSpPr>
      <p:grpSpPr>
        <a:xfrm>
          <a:off x="0" y="0"/>
          <a:ext cx="0" cy="0"/>
          <a:chOff x="0" y="0"/>
          <a:chExt cx="0" cy="0"/>
        </a:xfrm>
      </p:grpSpPr>
      <p:sp>
        <p:nvSpPr>
          <p:cNvPr id="739" name="Google Shape;739;p29:notes"/>
          <p:cNvSpPr>
            <a:spLocks noGrp="1" noRot="1" noChangeAspect="1"/>
          </p:cNvSpPr>
          <p:nvPr>
            <p:ph type="sldImg" idx="2"/>
          </p:nvPr>
        </p:nvSpPr>
        <p:spPr>
          <a:xfrm>
            <a:off x="3030538" y="857250"/>
            <a:ext cx="3081337" cy="2311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40" name="Google Shape;740;p29:notes"/>
          <p:cNvSpPr txBox="1">
            <a:spLocks noGrp="1"/>
          </p:cNvSpPr>
          <p:nvPr>
            <p:ph type="body" idx="1"/>
          </p:nvPr>
        </p:nvSpPr>
        <p:spPr>
          <a:xfrm>
            <a:off x="914400" y="3300480"/>
            <a:ext cx="7312680" cy="269784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endParaRPr sz="2000" b="0" strike="noStrike" dirty="0">
              <a:latin typeface="Arial"/>
              <a:ea typeface="Arial"/>
              <a:cs typeface="Arial"/>
              <a:sym typeface="Arial"/>
            </a:endParaRPr>
          </a:p>
        </p:txBody>
      </p:sp>
      <p:sp>
        <p:nvSpPr>
          <p:cNvPr id="741" name="Google Shape;741;p29:notes"/>
          <p:cNvSpPr/>
          <p:nvPr/>
        </p:nvSpPr>
        <p:spPr>
          <a:xfrm>
            <a:off x="5179320" y="6513840"/>
            <a:ext cx="3960000" cy="341640"/>
          </a:xfrm>
          <a:prstGeom prst="rect">
            <a:avLst/>
          </a:prstGeom>
          <a:noFill/>
          <a:ln>
            <a:noFill/>
          </a:ln>
        </p:spPr>
        <p:txBody>
          <a:bodyPr spcFirstLastPara="1" wrap="square" lIns="90000" tIns="45000" rIns="90000" bIns="45000" anchor="b" anchorCtr="0">
            <a:noAutofit/>
          </a:bodyPr>
          <a:lstStyle/>
          <a:p>
            <a:pPr marL="0" marR="0" lvl="0" indent="0" algn="r" rtl="0">
              <a:lnSpc>
                <a:spcPct val="100000"/>
              </a:lnSpc>
              <a:spcBef>
                <a:spcPts val="0"/>
              </a:spcBef>
              <a:spcAft>
                <a:spcPts val="0"/>
              </a:spcAft>
              <a:buNone/>
            </a:pPr>
            <a:fld id="{00000000-1234-1234-1234-123412341234}" type="slidenum">
              <a:rPr lang="en-IN" sz="1400" b="0" i="0" u="none" strike="noStrike" cap="none">
                <a:solidFill>
                  <a:srgbClr val="000000"/>
                </a:solidFill>
                <a:latin typeface="Times New Roman"/>
                <a:ea typeface="Times New Roman"/>
                <a:cs typeface="Times New Roman"/>
                <a:sym typeface="Times New Roman"/>
              </a:rPr>
              <a:t>31</a:t>
            </a:fld>
            <a:endParaRPr sz="1400" b="0" i="0" u="none" strike="noStrike" cap="none">
              <a:latin typeface="Arial"/>
              <a:ea typeface="Arial"/>
              <a:cs typeface="Arial"/>
              <a:sym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8"/>
        <p:cNvGrpSpPr/>
        <p:nvPr/>
      </p:nvGrpSpPr>
      <p:grpSpPr>
        <a:xfrm>
          <a:off x="0" y="0"/>
          <a:ext cx="0" cy="0"/>
          <a:chOff x="0" y="0"/>
          <a:chExt cx="0" cy="0"/>
        </a:xfrm>
      </p:grpSpPr>
      <p:sp>
        <p:nvSpPr>
          <p:cNvPr id="749" name="Google Shape;749;p30: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50" name="Google Shape;750;p30:notes"/>
          <p:cNvSpPr>
            <a:spLocks noGrp="1" noRot="1" noChangeAspect="1"/>
          </p:cNvSpPr>
          <p:nvPr>
            <p:ph type="sldImg" idx="2"/>
          </p:nvPr>
        </p:nvSpPr>
        <p:spPr>
          <a:xfrm>
            <a:off x="1108075" y="812800"/>
            <a:ext cx="5343525"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0"/>
        <p:cNvGrpSpPr/>
        <p:nvPr/>
      </p:nvGrpSpPr>
      <p:grpSpPr>
        <a:xfrm>
          <a:off x="0" y="0"/>
          <a:ext cx="0" cy="0"/>
          <a:chOff x="0" y="0"/>
          <a:chExt cx="0" cy="0"/>
        </a:xfrm>
      </p:grpSpPr>
      <p:sp>
        <p:nvSpPr>
          <p:cNvPr id="781" name="Google Shape;781;p31: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82" name="Google Shape;782;p31:notes"/>
          <p:cNvSpPr>
            <a:spLocks noGrp="1" noRot="1" noChangeAspect="1"/>
          </p:cNvSpPr>
          <p:nvPr>
            <p:ph type="sldImg" idx="2"/>
          </p:nvPr>
        </p:nvSpPr>
        <p:spPr>
          <a:xfrm>
            <a:off x="1108075" y="812800"/>
            <a:ext cx="5343525"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p:cNvGrpSpPr/>
        <p:nvPr/>
      </p:nvGrpSpPr>
      <p:grpSpPr>
        <a:xfrm>
          <a:off x="0" y="0"/>
          <a:ext cx="0" cy="0"/>
          <a:chOff x="0" y="0"/>
          <a:chExt cx="0" cy="0"/>
        </a:xfrm>
      </p:grpSpPr>
      <p:sp>
        <p:nvSpPr>
          <p:cNvPr id="789" name="Google Shape;789;p32: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90" name="Google Shape;790;p32:notes"/>
          <p:cNvSpPr>
            <a:spLocks noGrp="1" noRot="1" noChangeAspect="1"/>
          </p:cNvSpPr>
          <p:nvPr>
            <p:ph type="sldImg" idx="2"/>
          </p:nvPr>
        </p:nvSpPr>
        <p:spPr>
          <a:xfrm>
            <a:off x="1108075" y="812800"/>
            <a:ext cx="5343525"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12"/>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13"/>
        <p:cNvGrpSpPr/>
        <p:nvPr/>
      </p:nvGrpSpPr>
      <p:grpSpPr>
        <a:xfrm>
          <a:off x="0" y="0"/>
          <a:ext cx="0" cy="0"/>
          <a:chOff x="0" y="0"/>
          <a:chExt cx="0" cy="0"/>
        </a:xfrm>
      </p:grpSpPr>
      <p:sp>
        <p:nvSpPr>
          <p:cNvPr id="14" name="Google Shape;14;p45"/>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45"/>
          <p:cNvSpPr txBox="1">
            <a:spLocks noGrp="1"/>
          </p:cNvSpPr>
          <p:nvPr>
            <p:ph type="subTitle" idx="1"/>
          </p:nvPr>
        </p:nvSpPr>
        <p:spPr>
          <a:xfrm>
            <a:off x="457200" y="1604520"/>
            <a:ext cx="8229240" cy="397728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16"/>
        <p:cNvGrpSpPr/>
        <p:nvPr/>
      </p:nvGrpSpPr>
      <p:grpSpPr>
        <a:xfrm>
          <a:off x="0" y="0"/>
          <a:ext cx="0" cy="0"/>
          <a:chOff x="0" y="0"/>
          <a:chExt cx="0" cy="0"/>
        </a:xfrm>
      </p:grpSpPr>
      <p:sp>
        <p:nvSpPr>
          <p:cNvPr id="17" name="Google Shape;17;p46"/>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46"/>
          <p:cNvSpPr txBox="1">
            <a:spLocks noGrp="1"/>
          </p:cNvSpPr>
          <p:nvPr>
            <p:ph type="body" idx="1"/>
          </p:nvPr>
        </p:nvSpPr>
        <p:spPr>
          <a:xfrm>
            <a:off x="457200" y="1604520"/>
            <a:ext cx="822924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19"/>
        <p:cNvGrpSpPr/>
        <p:nvPr/>
      </p:nvGrpSpPr>
      <p:grpSpPr>
        <a:xfrm>
          <a:off x="0" y="0"/>
          <a:ext cx="0" cy="0"/>
          <a:chOff x="0" y="0"/>
          <a:chExt cx="0" cy="0"/>
        </a:xfrm>
      </p:grpSpPr>
      <p:sp>
        <p:nvSpPr>
          <p:cNvPr id="20" name="Google Shape;20;p47"/>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47"/>
          <p:cNvSpPr txBox="1">
            <a:spLocks noGrp="1"/>
          </p:cNvSpPr>
          <p:nvPr>
            <p:ph type="body" idx="1"/>
          </p:nvPr>
        </p:nvSpPr>
        <p:spPr>
          <a:xfrm>
            <a:off x="457200" y="1604520"/>
            <a:ext cx="401580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2" name="Google Shape;22;p47"/>
          <p:cNvSpPr txBox="1">
            <a:spLocks noGrp="1"/>
          </p:cNvSpPr>
          <p:nvPr>
            <p:ph type="body" idx="2"/>
          </p:nvPr>
        </p:nvSpPr>
        <p:spPr>
          <a:xfrm>
            <a:off x="4674240" y="1604520"/>
            <a:ext cx="401580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3"/>
        <p:cNvGrpSpPr/>
        <p:nvPr/>
      </p:nvGrpSpPr>
      <p:grpSpPr>
        <a:xfrm>
          <a:off x="0" y="0"/>
          <a:ext cx="0" cy="0"/>
          <a:chOff x="0" y="0"/>
          <a:chExt cx="0" cy="0"/>
        </a:xfrm>
      </p:grpSpPr>
      <p:sp>
        <p:nvSpPr>
          <p:cNvPr id="24" name="Google Shape;24;p48"/>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25"/>
        <p:cNvGrpSpPr/>
        <p:nvPr/>
      </p:nvGrpSpPr>
      <p:grpSpPr>
        <a:xfrm>
          <a:off x="0" y="0"/>
          <a:ext cx="0" cy="0"/>
          <a:chOff x="0" y="0"/>
          <a:chExt cx="0" cy="0"/>
        </a:xfrm>
      </p:grpSpPr>
      <p:sp>
        <p:nvSpPr>
          <p:cNvPr id="26" name="Google Shape;26;p49"/>
          <p:cNvSpPr txBox="1">
            <a:spLocks noGrp="1"/>
          </p:cNvSpPr>
          <p:nvPr>
            <p:ph type="subTitle" idx="1"/>
          </p:nvPr>
        </p:nvSpPr>
        <p:spPr>
          <a:xfrm>
            <a:off x="457200" y="273600"/>
            <a:ext cx="8229240" cy="53078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27"/>
        <p:cNvGrpSpPr/>
        <p:nvPr/>
      </p:nvGrpSpPr>
      <p:grpSpPr>
        <a:xfrm>
          <a:off x="0" y="0"/>
          <a:ext cx="0" cy="0"/>
          <a:chOff x="0" y="0"/>
          <a:chExt cx="0" cy="0"/>
        </a:xfrm>
      </p:grpSpPr>
      <p:sp>
        <p:nvSpPr>
          <p:cNvPr id="28" name="Google Shape;28;p50"/>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50"/>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0" name="Google Shape;30;p50"/>
          <p:cNvSpPr txBox="1">
            <a:spLocks noGrp="1"/>
          </p:cNvSpPr>
          <p:nvPr>
            <p:ph type="body" idx="2"/>
          </p:nvPr>
        </p:nvSpPr>
        <p:spPr>
          <a:xfrm>
            <a:off x="4674240" y="1604520"/>
            <a:ext cx="401580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1" name="Google Shape;31;p50"/>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32"/>
        <p:cNvGrpSpPr/>
        <p:nvPr/>
      </p:nvGrpSpPr>
      <p:grpSpPr>
        <a:xfrm>
          <a:off x="0" y="0"/>
          <a:ext cx="0" cy="0"/>
          <a:chOff x="0" y="0"/>
          <a:chExt cx="0" cy="0"/>
        </a:xfrm>
      </p:grpSpPr>
      <p:sp>
        <p:nvSpPr>
          <p:cNvPr id="33" name="Google Shape;33;p51"/>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51"/>
          <p:cNvSpPr txBox="1">
            <a:spLocks noGrp="1"/>
          </p:cNvSpPr>
          <p:nvPr>
            <p:ph type="body" idx="1"/>
          </p:nvPr>
        </p:nvSpPr>
        <p:spPr>
          <a:xfrm>
            <a:off x="457200" y="1604520"/>
            <a:ext cx="401580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5" name="Google Shape;35;p51"/>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6" name="Google Shape;36;p51"/>
          <p:cNvSpPr txBox="1">
            <a:spLocks noGrp="1"/>
          </p:cNvSpPr>
          <p:nvPr>
            <p:ph type="body" idx="3"/>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37"/>
        <p:cNvGrpSpPr/>
        <p:nvPr/>
      </p:nvGrpSpPr>
      <p:grpSpPr>
        <a:xfrm>
          <a:off x="0" y="0"/>
          <a:ext cx="0" cy="0"/>
          <a:chOff x="0" y="0"/>
          <a:chExt cx="0" cy="0"/>
        </a:xfrm>
      </p:grpSpPr>
      <p:sp>
        <p:nvSpPr>
          <p:cNvPr id="38" name="Google Shape;38;p52"/>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2"/>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0" name="Google Shape;40;p52"/>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1" name="Google Shape;41;p52"/>
          <p:cNvSpPr txBox="1">
            <a:spLocks noGrp="1"/>
          </p:cNvSpPr>
          <p:nvPr>
            <p:ph type="body" idx="3"/>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42"/>
        <p:cNvGrpSpPr/>
        <p:nvPr/>
      </p:nvGrpSpPr>
      <p:grpSpPr>
        <a:xfrm>
          <a:off x="0" y="0"/>
          <a:ext cx="0" cy="0"/>
          <a:chOff x="0" y="0"/>
          <a:chExt cx="0" cy="0"/>
        </a:xfrm>
      </p:grpSpPr>
      <p:sp>
        <p:nvSpPr>
          <p:cNvPr id="43" name="Google Shape;43;p53"/>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53"/>
          <p:cNvSpPr txBox="1">
            <a:spLocks noGrp="1"/>
          </p:cNvSpPr>
          <p:nvPr>
            <p:ph type="body" idx="1"/>
          </p:nvPr>
        </p:nvSpPr>
        <p:spPr>
          <a:xfrm>
            <a:off x="457200" y="1604520"/>
            <a:ext cx="82292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5" name="Google Shape;45;p53"/>
          <p:cNvSpPr txBox="1">
            <a:spLocks noGrp="1"/>
          </p:cNvSpPr>
          <p:nvPr>
            <p:ph type="body" idx="2"/>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46"/>
        <p:cNvGrpSpPr/>
        <p:nvPr/>
      </p:nvGrpSpPr>
      <p:grpSpPr>
        <a:xfrm>
          <a:off x="0" y="0"/>
          <a:ext cx="0" cy="0"/>
          <a:chOff x="0" y="0"/>
          <a:chExt cx="0" cy="0"/>
        </a:xfrm>
      </p:grpSpPr>
      <p:sp>
        <p:nvSpPr>
          <p:cNvPr id="47" name="Google Shape;47;p54"/>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54"/>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9" name="Google Shape;49;p54"/>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50" name="Google Shape;50;p54"/>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51" name="Google Shape;51;p54"/>
          <p:cNvSpPr txBox="1">
            <a:spLocks noGrp="1"/>
          </p:cNvSpPr>
          <p:nvPr>
            <p:ph type="body" idx="4"/>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52"/>
        <p:cNvGrpSpPr/>
        <p:nvPr/>
      </p:nvGrpSpPr>
      <p:grpSpPr>
        <a:xfrm>
          <a:off x="0" y="0"/>
          <a:ext cx="0" cy="0"/>
          <a:chOff x="0" y="0"/>
          <a:chExt cx="0" cy="0"/>
        </a:xfrm>
      </p:grpSpPr>
      <p:sp>
        <p:nvSpPr>
          <p:cNvPr id="53" name="Google Shape;53;p55"/>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55"/>
          <p:cNvSpPr txBox="1">
            <a:spLocks noGrp="1"/>
          </p:cNvSpPr>
          <p:nvPr>
            <p:ph type="body" idx="1"/>
          </p:nvPr>
        </p:nvSpPr>
        <p:spPr>
          <a:xfrm>
            <a:off x="457200" y="1604520"/>
            <a:ext cx="26496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55" name="Google Shape;55;p55"/>
          <p:cNvSpPr txBox="1">
            <a:spLocks noGrp="1"/>
          </p:cNvSpPr>
          <p:nvPr>
            <p:ph type="body" idx="2"/>
          </p:nvPr>
        </p:nvSpPr>
        <p:spPr>
          <a:xfrm>
            <a:off x="3239640" y="1604520"/>
            <a:ext cx="26496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56" name="Google Shape;56;p55"/>
          <p:cNvSpPr txBox="1">
            <a:spLocks noGrp="1"/>
          </p:cNvSpPr>
          <p:nvPr>
            <p:ph type="body" idx="3"/>
          </p:nvPr>
        </p:nvSpPr>
        <p:spPr>
          <a:xfrm>
            <a:off x="6022080" y="1604520"/>
            <a:ext cx="26496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57" name="Google Shape;57;p55"/>
          <p:cNvSpPr txBox="1">
            <a:spLocks noGrp="1"/>
          </p:cNvSpPr>
          <p:nvPr>
            <p:ph type="body" idx="4"/>
          </p:nvPr>
        </p:nvSpPr>
        <p:spPr>
          <a:xfrm>
            <a:off x="457200" y="3682080"/>
            <a:ext cx="26496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58" name="Google Shape;58;p55"/>
          <p:cNvSpPr txBox="1">
            <a:spLocks noGrp="1"/>
          </p:cNvSpPr>
          <p:nvPr>
            <p:ph type="body" idx="5"/>
          </p:nvPr>
        </p:nvSpPr>
        <p:spPr>
          <a:xfrm>
            <a:off x="3239640" y="3682080"/>
            <a:ext cx="26496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59" name="Google Shape;59;p55"/>
          <p:cNvSpPr txBox="1">
            <a:spLocks noGrp="1"/>
          </p:cNvSpPr>
          <p:nvPr>
            <p:ph type="body" idx="6"/>
          </p:nvPr>
        </p:nvSpPr>
        <p:spPr>
          <a:xfrm>
            <a:off x="6022080" y="3682080"/>
            <a:ext cx="26496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63"/>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64"/>
        <p:cNvGrpSpPr/>
        <p:nvPr/>
      </p:nvGrpSpPr>
      <p:grpSpPr>
        <a:xfrm>
          <a:off x="0" y="0"/>
          <a:ext cx="0" cy="0"/>
          <a:chOff x="0" y="0"/>
          <a:chExt cx="0" cy="0"/>
        </a:xfrm>
      </p:grpSpPr>
      <p:sp>
        <p:nvSpPr>
          <p:cNvPr id="65" name="Google Shape;65;p56"/>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56"/>
          <p:cNvSpPr txBox="1">
            <a:spLocks noGrp="1"/>
          </p:cNvSpPr>
          <p:nvPr>
            <p:ph type="subTitle" idx="1"/>
          </p:nvPr>
        </p:nvSpPr>
        <p:spPr>
          <a:xfrm>
            <a:off x="457200" y="1604520"/>
            <a:ext cx="8229240" cy="397728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67"/>
        <p:cNvGrpSpPr/>
        <p:nvPr/>
      </p:nvGrpSpPr>
      <p:grpSpPr>
        <a:xfrm>
          <a:off x="0" y="0"/>
          <a:ext cx="0" cy="0"/>
          <a:chOff x="0" y="0"/>
          <a:chExt cx="0" cy="0"/>
        </a:xfrm>
      </p:grpSpPr>
      <p:sp>
        <p:nvSpPr>
          <p:cNvPr id="68" name="Google Shape;68;p57"/>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57"/>
          <p:cNvSpPr txBox="1">
            <a:spLocks noGrp="1"/>
          </p:cNvSpPr>
          <p:nvPr>
            <p:ph type="body" idx="1"/>
          </p:nvPr>
        </p:nvSpPr>
        <p:spPr>
          <a:xfrm>
            <a:off x="457200" y="1604520"/>
            <a:ext cx="822924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70"/>
        <p:cNvGrpSpPr/>
        <p:nvPr/>
      </p:nvGrpSpPr>
      <p:grpSpPr>
        <a:xfrm>
          <a:off x="0" y="0"/>
          <a:ext cx="0" cy="0"/>
          <a:chOff x="0" y="0"/>
          <a:chExt cx="0" cy="0"/>
        </a:xfrm>
      </p:grpSpPr>
      <p:sp>
        <p:nvSpPr>
          <p:cNvPr id="71" name="Google Shape;71;p58"/>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58"/>
          <p:cNvSpPr txBox="1">
            <a:spLocks noGrp="1"/>
          </p:cNvSpPr>
          <p:nvPr>
            <p:ph type="body" idx="1"/>
          </p:nvPr>
        </p:nvSpPr>
        <p:spPr>
          <a:xfrm>
            <a:off x="457200" y="1604520"/>
            <a:ext cx="401580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73" name="Google Shape;73;p58"/>
          <p:cNvSpPr txBox="1">
            <a:spLocks noGrp="1"/>
          </p:cNvSpPr>
          <p:nvPr>
            <p:ph type="body" idx="2"/>
          </p:nvPr>
        </p:nvSpPr>
        <p:spPr>
          <a:xfrm>
            <a:off x="4674240" y="1604520"/>
            <a:ext cx="401580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4"/>
        <p:cNvGrpSpPr/>
        <p:nvPr/>
      </p:nvGrpSpPr>
      <p:grpSpPr>
        <a:xfrm>
          <a:off x="0" y="0"/>
          <a:ext cx="0" cy="0"/>
          <a:chOff x="0" y="0"/>
          <a:chExt cx="0" cy="0"/>
        </a:xfrm>
      </p:grpSpPr>
      <p:sp>
        <p:nvSpPr>
          <p:cNvPr id="75" name="Google Shape;75;p59"/>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76"/>
        <p:cNvGrpSpPr/>
        <p:nvPr/>
      </p:nvGrpSpPr>
      <p:grpSpPr>
        <a:xfrm>
          <a:off x="0" y="0"/>
          <a:ext cx="0" cy="0"/>
          <a:chOff x="0" y="0"/>
          <a:chExt cx="0" cy="0"/>
        </a:xfrm>
      </p:grpSpPr>
      <p:sp>
        <p:nvSpPr>
          <p:cNvPr id="77" name="Google Shape;77;p60"/>
          <p:cNvSpPr txBox="1">
            <a:spLocks noGrp="1"/>
          </p:cNvSpPr>
          <p:nvPr>
            <p:ph type="subTitle" idx="1"/>
          </p:nvPr>
        </p:nvSpPr>
        <p:spPr>
          <a:xfrm>
            <a:off x="457200" y="273600"/>
            <a:ext cx="8229240" cy="53078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78"/>
        <p:cNvGrpSpPr/>
        <p:nvPr/>
      </p:nvGrpSpPr>
      <p:grpSpPr>
        <a:xfrm>
          <a:off x="0" y="0"/>
          <a:ext cx="0" cy="0"/>
          <a:chOff x="0" y="0"/>
          <a:chExt cx="0" cy="0"/>
        </a:xfrm>
      </p:grpSpPr>
      <p:sp>
        <p:nvSpPr>
          <p:cNvPr id="79" name="Google Shape;79;p61"/>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61"/>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81" name="Google Shape;81;p61"/>
          <p:cNvSpPr txBox="1">
            <a:spLocks noGrp="1"/>
          </p:cNvSpPr>
          <p:nvPr>
            <p:ph type="body" idx="2"/>
          </p:nvPr>
        </p:nvSpPr>
        <p:spPr>
          <a:xfrm>
            <a:off x="4674240" y="1604520"/>
            <a:ext cx="401580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82" name="Google Shape;82;p61"/>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83"/>
        <p:cNvGrpSpPr/>
        <p:nvPr/>
      </p:nvGrpSpPr>
      <p:grpSpPr>
        <a:xfrm>
          <a:off x="0" y="0"/>
          <a:ext cx="0" cy="0"/>
          <a:chOff x="0" y="0"/>
          <a:chExt cx="0" cy="0"/>
        </a:xfrm>
      </p:grpSpPr>
      <p:sp>
        <p:nvSpPr>
          <p:cNvPr id="84" name="Google Shape;84;p62"/>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62"/>
          <p:cNvSpPr txBox="1">
            <a:spLocks noGrp="1"/>
          </p:cNvSpPr>
          <p:nvPr>
            <p:ph type="body" idx="1"/>
          </p:nvPr>
        </p:nvSpPr>
        <p:spPr>
          <a:xfrm>
            <a:off x="457200" y="1604520"/>
            <a:ext cx="401580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86" name="Google Shape;86;p62"/>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87" name="Google Shape;87;p62"/>
          <p:cNvSpPr txBox="1">
            <a:spLocks noGrp="1"/>
          </p:cNvSpPr>
          <p:nvPr>
            <p:ph type="body" idx="3"/>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88"/>
        <p:cNvGrpSpPr/>
        <p:nvPr/>
      </p:nvGrpSpPr>
      <p:grpSpPr>
        <a:xfrm>
          <a:off x="0" y="0"/>
          <a:ext cx="0" cy="0"/>
          <a:chOff x="0" y="0"/>
          <a:chExt cx="0" cy="0"/>
        </a:xfrm>
      </p:grpSpPr>
      <p:sp>
        <p:nvSpPr>
          <p:cNvPr id="89" name="Google Shape;89;p63"/>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63"/>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91" name="Google Shape;91;p63"/>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92" name="Google Shape;92;p63"/>
          <p:cNvSpPr txBox="1">
            <a:spLocks noGrp="1"/>
          </p:cNvSpPr>
          <p:nvPr>
            <p:ph type="body" idx="3"/>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93"/>
        <p:cNvGrpSpPr/>
        <p:nvPr/>
      </p:nvGrpSpPr>
      <p:grpSpPr>
        <a:xfrm>
          <a:off x="0" y="0"/>
          <a:ext cx="0" cy="0"/>
          <a:chOff x="0" y="0"/>
          <a:chExt cx="0" cy="0"/>
        </a:xfrm>
      </p:grpSpPr>
      <p:sp>
        <p:nvSpPr>
          <p:cNvPr id="94" name="Google Shape;94;p64"/>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64"/>
          <p:cNvSpPr txBox="1">
            <a:spLocks noGrp="1"/>
          </p:cNvSpPr>
          <p:nvPr>
            <p:ph type="body" idx="1"/>
          </p:nvPr>
        </p:nvSpPr>
        <p:spPr>
          <a:xfrm>
            <a:off x="457200" y="1604520"/>
            <a:ext cx="82292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96" name="Google Shape;96;p64"/>
          <p:cNvSpPr txBox="1">
            <a:spLocks noGrp="1"/>
          </p:cNvSpPr>
          <p:nvPr>
            <p:ph type="body" idx="2"/>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97"/>
        <p:cNvGrpSpPr/>
        <p:nvPr/>
      </p:nvGrpSpPr>
      <p:grpSpPr>
        <a:xfrm>
          <a:off x="0" y="0"/>
          <a:ext cx="0" cy="0"/>
          <a:chOff x="0" y="0"/>
          <a:chExt cx="0" cy="0"/>
        </a:xfrm>
      </p:grpSpPr>
      <p:sp>
        <p:nvSpPr>
          <p:cNvPr id="98" name="Google Shape;98;p65"/>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65"/>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00" name="Google Shape;100;p65"/>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01" name="Google Shape;101;p65"/>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02" name="Google Shape;102;p65"/>
          <p:cNvSpPr txBox="1">
            <a:spLocks noGrp="1"/>
          </p:cNvSpPr>
          <p:nvPr>
            <p:ph type="body" idx="4"/>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103"/>
        <p:cNvGrpSpPr/>
        <p:nvPr/>
      </p:nvGrpSpPr>
      <p:grpSpPr>
        <a:xfrm>
          <a:off x="0" y="0"/>
          <a:ext cx="0" cy="0"/>
          <a:chOff x="0" y="0"/>
          <a:chExt cx="0" cy="0"/>
        </a:xfrm>
      </p:grpSpPr>
      <p:sp>
        <p:nvSpPr>
          <p:cNvPr id="104" name="Google Shape;104;p66"/>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5" name="Google Shape;105;p66"/>
          <p:cNvSpPr txBox="1">
            <a:spLocks noGrp="1"/>
          </p:cNvSpPr>
          <p:nvPr>
            <p:ph type="body" idx="1"/>
          </p:nvPr>
        </p:nvSpPr>
        <p:spPr>
          <a:xfrm>
            <a:off x="457200" y="1604520"/>
            <a:ext cx="26496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06" name="Google Shape;106;p66"/>
          <p:cNvSpPr txBox="1">
            <a:spLocks noGrp="1"/>
          </p:cNvSpPr>
          <p:nvPr>
            <p:ph type="body" idx="2"/>
          </p:nvPr>
        </p:nvSpPr>
        <p:spPr>
          <a:xfrm>
            <a:off x="3239640" y="1604520"/>
            <a:ext cx="26496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07" name="Google Shape;107;p66"/>
          <p:cNvSpPr txBox="1">
            <a:spLocks noGrp="1"/>
          </p:cNvSpPr>
          <p:nvPr>
            <p:ph type="body" idx="3"/>
          </p:nvPr>
        </p:nvSpPr>
        <p:spPr>
          <a:xfrm>
            <a:off x="6022080" y="1604520"/>
            <a:ext cx="26496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08" name="Google Shape;108;p66"/>
          <p:cNvSpPr txBox="1">
            <a:spLocks noGrp="1"/>
          </p:cNvSpPr>
          <p:nvPr>
            <p:ph type="body" idx="4"/>
          </p:nvPr>
        </p:nvSpPr>
        <p:spPr>
          <a:xfrm>
            <a:off x="457200" y="3682080"/>
            <a:ext cx="26496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09" name="Google Shape;109;p66"/>
          <p:cNvSpPr txBox="1">
            <a:spLocks noGrp="1"/>
          </p:cNvSpPr>
          <p:nvPr>
            <p:ph type="body" idx="5"/>
          </p:nvPr>
        </p:nvSpPr>
        <p:spPr>
          <a:xfrm>
            <a:off x="3239640" y="3682080"/>
            <a:ext cx="26496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10" name="Google Shape;110;p66"/>
          <p:cNvSpPr txBox="1">
            <a:spLocks noGrp="1"/>
          </p:cNvSpPr>
          <p:nvPr>
            <p:ph type="body" idx="6"/>
          </p:nvPr>
        </p:nvSpPr>
        <p:spPr>
          <a:xfrm>
            <a:off x="6022080" y="3682080"/>
            <a:ext cx="26496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114"/>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115"/>
        <p:cNvGrpSpPr/>
        <p:nvPr/>
      </p:nvGrpSpPr>
      <p:grpSpPr>
        <a:xfrm>
          <a:off x="0" y="0"/>
          <a:ext cx="0" cy="0"/>
          <a:chOff x="0" y="0"/>
          <a:chExt cx="0" cy="0"/>
        </a:xfrm>
      </p:grpSpPr>
      <p:sp>
        <p:nvSpPr>
          <p:cNvPr id="116" name="Google Shape;116;p67"/>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p67"/>
          <p:cNvSpPr txBox="1">
            <a:spLocks noGrp="1"/>
          </p:cNvSpPr>
          <p:nvPr>
            <p:ph type="subTitle" idx="1"/>
          </p:nvPr>
        </p:nvSpPr>
        <p:spPr>
          <a:xfrm>
            <a:off x="457200" y="1604520"/>
            <a:ext cx="8229240" cy="397728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121"/>
        <p:cNvGrpSpPr/>
        <p:nvPr/>
      </p:nvGrpSpPr>
      <p:grpSpPr>
        <a:xfrm>
          <a:off x="0" y="0"/>
          <a:ext cx="0" cy="0"/>
          <a:chOff x="0" y="0"/>
          <a:chExt cx="0" cy="0"/>
        </a:xfrm>
      </p:grpSpPr>
      <p:sp>
        <p:nvSpPr>
          <p:cNvPr id="122" name="Google Shape;122;p69"/>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3" name="Google Shape;123;p69"/>
          <p:cNvSpPr txBox="1">
            <a:spLocks noGrp="1"/>
          </p:cNvSpPr>
          <p:nvPr>
            <p:ph type="body" idx="1"/>
          </p:nvPr>
        </p:nvSpPr>
        <p:spPr>
          <a:xfrm>
            <a:off x="457200" y="1604520"/>
            <a:ext cx="401580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24" name="Google Shape;124;p69"/>
          <p:cNvSpPr txBox="1">
            <a:spLocks noGrp="1"/>
          </p:cNvSpPr>
          <p:nvPr>
            <p:ph type="body" idx="2"/>
          </p:nvPr>
        </p:nvSpPr>
        <p:spPr>
          <a:xfrm>
            <a:off x="4674240" y="1604520"/>
            <a:ext cx="401580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5"/>
        <p:cNvGrpSpPr/>
        <p:nvPr/>
      </p:nvGrpSpPr>
      <p:grpSpPr>
        <a:xfrm>
          <a:off x="0" y="0"/>
          <a:ext cx="0" cy="0"/>
          <a:chOff x="0" y="0"/>
          <a:chExt cx="0" cy="0"/>
        </a:xfrm>
      </p:grpSpPr>
      <p:sp>
        <p:nvSpPr>
          <p:cNvPr id="126" name="Google Shape;126;p70"/>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127"/>
        <p:cNvGrpSpPr/>
        <p:nvPr/>
      </p:nvGrpSpPr>
      <p:grpSpPr>
        <a:xfrm>
          <a:off x="0" y="0"/>
          <a:ext cx="0" cy="0"/>
          <a:chOff x="0" y="0"/>
          <a:chExt cx="0" cy="0"/>
        </a:xfrm>
      </p:grpSpPr>
      <p:sp>
        <p:nvSpPr>
          <p:cNvPr id="128" name="Google Shape;128;p71"/>
          <p:cNvSpPr txBox="1">
            <a:spLocks noGrp="1"/>
          </p:cNvSpPr>
          <p:nvPr>
            <p:ph type="subTitle" idx="1"/>
          </p:nvPr>
        </p:nvSpPr>
        <p:spPr>
          <a:xfrm>
            <a:off x="457200" y="273600"/>
            <a:ext cx="8229240" cy="53078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129"/>
        <p:cNvGrpSpPr/>
        <p:nvPr/>
      </p:nvGrpSpPr>
      <p:grpSpPr>
        <a:xfrm>
          <a:off x="0" y="0"/>
          <a:ext cx="0" cy="0"/>
          <a:chOff x="0" y="0"/>
          <a:chExt cx="0" cy="0"/>
        </a:xfrm>
      </p:grpSpPr>
      <p:sp>
        <p:nvSpPr>
          <p:cNvPr id="130" name="Google Shape;130;p72"/>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1" name="Google Shape;131;p72"/>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32" name="Google Shape;132;p72"/>
          <p:cNvSpPr txBox="1">
            <a:spLocks noGrp="1"/>
          </p:cNvSpPr>
          <p:nvPr>
            <p:ph type="body" idx="2"/>
          </p:nvPr>
        </p:nvSpPr>
        <p:spPr>
          <a:xfrm>
            <a:off x="4674240" y="1604520"/>
            <a:ext cx="401580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33" name="Google Shape;133;p72"/>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134"/>
        <p:cNvGrpSpPr/>
        <p:nvPr/>
      </p:nvGrpSpPr>
      <p:grpSpPr>
        <a:xfrm>
          <a:off x="0" y="0"/>
          <a:ext cx="0" cy="0"/>
          <a:chOff x="0" y="0"/>
          <a:chExt cx="0" cy="0"/>
        </a:xfrm>
      </p:grpSpPr>
      <p:sp>
        <p:nvSpPr>
          <p:cNvPr id="135" name="Google Shape;135;p73"/>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6" name="Google Shape;136;p73"/>
          <p:cNvSpPr txBox="1">
            <a:spLocks noGrp="1"/>
          </p:cNvSpPr>
          <p:nvPr>
            <p:ph type="body" idx="1"/>
          </p:nvPr>
        </p:nvSpPr>
        <p:spPr>
          <a:xfrm>
            <a:off x="457200" y="1604520"/>
            <a:ext cx="401580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37" name="Google Shape;137;p73"/>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38" name="Google Shape;138;p73"/>
          <p:cNvSpPr txBox="1">
            <a:spLocks noGrp="1"/>
          </p:cNvSpPr>
          <p:nvPr>
            <p:ph type="body" idx="3"/>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139"/>
        <p:cNvGrpSpPr/>
        <p:nvPr/>
      </p:nvGrpSpPr>
      <p:grpSpPr>
        <a:xfrm>
          <a:off x="0" y="0"/>
          <a:ext cx="0" cy="0"/>
          <a:chOff x="0" y="0"/>
          <a:chExt cx="0" cy="0"/>
        </a:xfrm>
      </p:grpSpPr>
      <p:sp>
        <p:nvSpPr>
          <p:cNvPr id="140" name="Google Shape;140;p74"/>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1" name="Google Shape;141;p74"/>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42" name="Google Shape;142;p74"/>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43" name="Google Shape;143;p74"/>
          <p:cNvSpPr txBox="1">
            <a:spLocks noGrp="1"/>
          </p:cNvSpPr>
          <p:nvPr>
            <p:ph type="body" idx="3"/>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144"/>
        <p:cNvGrpSpPr/>
        <p:nvPr/>
      </p:nvGrpSpPr>
      <p:grpSpPr>
        <a:xfrm>
          <a:off x="0" y="0"/>
          <a:ext cx="0" cy="0"/>
          <a:chOff x="0" y="0"/>
          <a:chExt cx="0" cy="0"/>
        </a:xfrm>
      </p:grpSpPr>
      <p:sp>
        <p:nvSpPr>
          <p:cNvPr id="145" name="Google Shape;145;p75"/>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6" name="Google Shape;146;p75"/>
          <p:cNvSpPr txBox="1">
            <a:spLocks noGrp="1"/>
          </p:cNvSpPr>
          <p:nvPr>
            <p:ph type="body" idx="1"/>
          </p:nvPr>
        </p:nvSpPr>
        <p:spPr>
          <a:xfrm>
            <a:off x="457200" y="1604520"/>
            <a:ext cx="82292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47" name="Google Shape;147;p75"/>
          <p:cNvSpPr txBox="1">
            <a:spLocks noGrp="1"/>
          </p:cNvSpPr>
          <p:nvPr>
            <p:ph type="body" idx="2"/>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148"/>
        <p:cNvGrpSpPr/>
        <p:nvPr/>
      </p:nvGrpSpPr>
      <p:grpSpPr>
        <a:xfrm>
          <a:off x="0" y="0"/>
          <a:ext cx="0" cy="0"/>
          <a:chOff x="0" y="0"/>
          <a:chExt cx="0" cy="0"/>
        </a:xfrm>
      </p:grpSpPr>
      <p:sp>
        <p:nvSpPr>
          <p:cNvPr id="149" name="Google Shape;149;p76"/>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0" name="Google Shape;150;p76"/>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51" name="Google Shape;151;p76"/>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52" name="Google Shape;152;p76"/>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53" name="Google Shape;153;p76"/>
          <p:cNvSpPr txBox="1">
            <a:spLocks noGrp="1"/>
          </p:cNvSpPr>
          <p:nvPr>
            <p:ph type="body" idx="4"/>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154"/>
        <p:cNvGrpSpPr/>
        <p:nvPr/>
      </p:nvGrpSpPr>
      <p:grpSpPr>
        <a:xfrm>
          <a:off x="0" y="0"/>
          <a:ext cx="0" cy="0"/>
          <a:chOff x="0" y="0"/>
          <a:chExt cx="0" cy="0"/>
        </a:xfrm>
      </p:grpSpPr>
      <p:sp>
        <p:nvSpPr>
          <p:cNvPr id="155" name="Google Shape;155;p77"/>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6" name="Google Shape;156;p77"/>
          <p:cNvSpPr txBox="1">
            <a:spLocks noGrp="1"/>
          </p:cNvSpPr>
          <p:nvPr>
            <p:ph type="body" idx="1"/>
          </p:nvPr>
        </p:nvSpPr>
        <p:spPr>
          <a:xfrm>
            <a:off x="457200" y="1604520"/>
            <a:ext cx="26496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57" name="Google Shape;157;p77"/>
          <p:cNvSpPr txBox="1">
            <a:spLocks noGrp="1"/>
          </p:cNvSpPr>
          <p:nvPr>
            <p:ph type="body" idx="2"/>
          </p:nvPr>
        </p:nvSpPr>
        <p:spPr>
          <a:xfrm>
            <a:off x="3239640" y="1604520"/>
            <a:ext cx="26496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58" name="Google Shape;158;p77"/>
          <p:cNvSpPr txBox="1">
            <a:spLocks noGrp="1"/>
          </p:cNvSpPr>
          <p:nvPr>
            <p:ph type="body" idx="3"/>
          </p:nvPr>
        </p:nvSpPr>
        <p:spPr>
          <a:xfrm>
            <a:off x="6022080" y="1604520"/>
            <a:ext cx="26496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59" name="Google Shape;159;p77"/>
          <p:cNvSpPr txBox="1">
            <a:spLocks noGrp="1"/>
          </p:cNvSpPr>
          <p:nvPr>
            <p:ph type="body" idx="4"/>
          </p:nvPr>
        </p:nvSpPr>
        <p:spPr>
          <a:xfrm>
            <a:off x="457200" y="3682080"/>
            <a:ext cx="26496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60" name="Google Shape;160;p77"/>
          <p:cNvSpPr txBox="1">
            <a:spLocks noGrp="1"/>
          </p:cNvSpPr>
          <p:nvPr>
            <p:ph type="body" idx="5"/>
          </p:nvPr>
        </p:nvSpPr>
        <p:spPr>
          <a:xfrm>
            <a:off x="3239640" y="3682080"/>
            <a:ext cx="26496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61" name="Google Shape;161;p77"/>
          <p:cNvSpPr txBox="1">
            <a:spLocks noGrp="1"/>
          </p:cNvSpPr>
          <p:nvPr>
            <p:ph type="body" idx="6"/>
          </p:nvPr>
        </p:nvSpPr>
        <p:spPr>
          <a:xfrm>
            <a:off x="6022080" y="3682080"/>
            <a:ext cx="26496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166"/>
        <p:cNvGrpSpPr/>
        <p:nvPr/>
      </p:nvGrpSpPr>
      <p:grpSpPr>
        <a:xfrm>
          <a:off x="0" y="0"/>
          <a:ext cx="0" cy="0"/>
          <a:chOff x="0" y="0"/>
          <a:chExt cx="0" cy="0"/>
        </a:xfrm>
      </p:grpSpPr>
      <p:sp>
        <p:nvSpPr>
          <p:cNvPr id="167" name="Google Shape;167;p40"/>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8" name="Google Shape;168;p40"/>
          <p:cNvSpPr txBox="1">
            <a:spLocks noGrp="1"/>
          </p:cNvSpPr>
          <p:nvPr>
            <p:ph type="body" idx="1"/>
          </p:nvPr>
        </p:nvSpPr>
        <p:spPr>
          <a:xfrm>
            <a:off x="457200" y="1604520"/>
            <a:ext cx="401580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69" name="Google Shape;169;p40"/>
          <p:cNvSpPr txBox="1">
            <a:spLocks noGrp="1"/>
          </p:cNvSpPr>
          <p:nvPr>
            <p:ph type="body" idx="2"/>
          </p:nvPr>
        </p:nvSpPr>
        <p:spPr>
          <a:xfrm>
            <a:off x="4674240" y="1604520"/>
            <a:ext cx="401580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170"/>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171"/>
        <p:cNvGrpSpPr/>
        <p:nvPr/>
      </p:nvGrpSpPr>
      <p:grpSpPr>
        <a:xfrm>
          <a:off x="0" y="0"/>
          <a:ext cx="0" cy="0"/>
          <a:chOff x="0" y="0"/>
          <a:chExt cx="0" cy="0"/>
        </a:xfrm>
      </p:grpSpPr>
      <p:sp>
        <p:nvSpPr>
          <p:cNvPr id="172" name="Google Shape;172;p79"/>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3" name="Google Shape;173;p79"/>
          <p:cNvSpPr txBox="1">
            <a:spLocks noGrp="1"/>
          </p:cNvSpPr>
          <p:nvPr>
            <p:ph type="subTitle" idx="1"/>
          </p:nvPr>
        </p:nvSpPr>
        <p:spPr>
          <a:xfrm>
            <a:off x="457200" y="1604520"/>
            <a:ext cx="8229240" cy="397728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174"/>
        <p:cNvGrpSpPr/>
        <p:nvPr/>
      </p:nvGrpSpPr>
      <p:grpSpPr>
        <a:xfrm>
          <a:off x="0" y="0"/>
          <a:ext cx="0" cy="0"/>
          <a:chOff x="0" y="0"/>
          <a:chExt cx="0" cy="0"/>
        </a:xfrm>
      </p:grpSpPr>
      <p:sp>
        <p:nvSpPr>
          <p:cNvPr id="175" name="Google Shape;175;p80"/>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6" name="Google Shape;176;p80"/>
          <p:cNvSpPr txBox="1">
            <a:spLocks noGrp="1"/>
          </p:cNvSpPr>
          <p:nvPr>
            <p:ph type="body" idx="1"/>
          </p:nvPr>
        </p:nvSpPr>
        <p:spPr>
          <a:xfrm>
            <a:off x="457200" y="1604520"/>
            <a:ext cx="822924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77"/>
        <p:cNvGrpSpPr/>
        <p:nvPr/>
      </p:nvGrpSpPr>
      <p:grpSpPr>
        <a:xfrm>
          <a:off x="0" y="0"/>
          <a:ext cx="0" cy="0"/>
          <a:chOff x="0" y="0"/>
          <a:chExt cx="0" cy="0"/>
        </a:xfrm>
      </p:grpSpPr>
      <p:sp>
        <p:nvSpPr>
          <p:cNvPr id="178" name="Google Shape;178;p81"/>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179"/>
        <p:cNvGrpSpPr/>
        <p:nvPr/>
      </p:nvGrpSpPr>
      <p:grpSpPr>
        <a:xfrm>
          <a:off x="0" y="0"/>
          <a:ext cx="0" cy="0"/>
          <a:chOff x="0" y="0"/>
          <a:chExt cx="0" cy="0"/>
        </a:xfrm>
      </p:grpSpPr>
      <p:sp>
        <p:nvSpPr>
          <p:cNvPr id="180" name="Google Shape;180;p82"/>
          <p:cNvSpPr txBox="1">
            <a:spLocks noGrp="1"/>
          </p:cNvSpPr>
          <p:nvPr>
            <p:ph type="subTitle" idx="1"/>
          </p:nvPr>
        </p:nvSpPr>
        <p:spPr>
          <a:xfrm>
            <a:off x="457200" y="273600"/>
            <a:ext cx="8229240" cy="53078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181"/>
        <p:cNvGrpSpPr/>
        <p:nvPr/>
      </p:nvGrpSpPr>
      <p:grpSpPr>
        <a:xfrm>
          <a:off x="0" y="0"/>
          <a:ext cx="0" cy="0"/>
          <a:chOff x="0" y="0"/>
          <a:chExt cx="0" cy="0"/>
        </a:xfrm>
      </p:grpSpPr>
      <p:sp>
        <p:nvSpPr>
          <p:cNvPr id="182" name="Google Shape;182;p83"/>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3" name="Google Shape;183;p83"/>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84" name="Google Shape;184;p83"/>
          <p:cNvSpPr txBox="1">
            <a:spLocks noGrp="1"/>
          </p:cNvSpPr>
          <p:nvPr>
            <p:ph type="body" idx="2"/>
          </p:nvPr>
        </p:nvSpPr>
        <p:spPr>
          <a:xfrm>
            <a:off x="4674240" y="1604520"/>
            <a:ext cx="401580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85" name="Google Shape;185;p83"/>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186"/>
        <p:cNvGrpSpPr/>
        <p:nvPr/>
      </p:nvGrpSpPr>
      <p:grpSpPr>
        <a:xfrm>
          <a:off x="0" y="0"/>
          <a:ext cx="0" cy="0"/>
          <a:chOff x="0" y="0"/>
          <a:chExt cx="0" cy="0"/>
        </a:xfrm>
      </p:grpSpPr>
      <p:sp>
        <p:nvSpPr>
          <p:cNvPr id="187" name="Google Shape;187;p84"/>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8" name="Google Shape;188;p84"/>
          <p:cNvSpPr txBox="1">
            <a:spLocks noGrp="1"/>
          </p:cNvSpPr>
          <p:nvPr>
            <p:ph type="body" idx="1"/>
          </p:nvPr>
        </p:nvSpPr>
        <p:spPr>
          <a:xfrm>
            <a:off x="457200" y="1604520"/>
            <a:ext cx="401580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89" name="Google Shape;189;p84"/>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90" name="Google Shape;190;p84"/>
          <p:cNvSpPr txBox="1">
            <a:spLocks noGrp="1"/>
          </p:cNvSpPr>
          <p:nvPr>
            <p:ph type="body" idx="3"/>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191"/>
        <p:cNvGrpSpPr/>
        <p:nvPr/>
      </p:nvGrpSpPr>
      <p:grpSpPr>
        <a:xfrm>
          <a:off x="0" y="0"/>
          <a:ext cx="0" cy="0"/>
          <a:chOff x="0" y="0"/>
          <a:chExt cx="0" cy="0"/>
        </a:xfrm>
      </p:grpSpPr>
      <p:sp>
        <p:nvSpPr>
          <p:cNvPr id="192" name="Google Shape;192;p85"/>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3" name="Google Shape;193;p85"/>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94" name="Google Shape;194;p85"/>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95" name="Google Shape;195;p85"/>
          <p:cNvSpPr txBox="1">
            <a:spLocks noGrp="1"/>
          </p:cNvSpPr>
          <p:nvPr>
            <p:ph type="body" idx="3"/>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196"/>
        <p:cNvGrpSpPr/>
        <p:nvPr/>
      </p:nvGrpSpPr>
      <p:grpSpPr>
        <a:xfrm>
          <a:off x="0" y="0"/>
          <a:ext cx="0" cy="0"/>
          <a:chOff x="0" y="0"/>
          <a:chExt cx="0" cy="0"/>
        </a:xfrm>
      </p:grpSpPr>
      <p:sp>
        <p:nvSpPr>
          <p:cNvPr id="197" name="Google Shape;197;p86"/>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8" name="Google Shape;198;p86"/>
          <p:cNvSpPr txBox="1">
            <a:spLocks noGrp="1"/>
          </p:cNvSpPr>
          <p:nvPr>
            <p:ph type="body" idx="1"/>
          </p:nvPr>
        </p:nvSpPr>
        <p:spPr>
          <a:xfrm>
            <a:off x="457200" y="1604520"/>
            <a:ext cx="82292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99" name="Google Shape;199;p86"/>
          <p:cNvSpPr txBox="1">
            <a:spLocks noGrp="1"/>
          </p:cNvSpPr>
          <p:nvPr>
            <p:ph type="body" idx="2"/>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200"/>
        <p:cNvGrpSpPr/>
        <p:nvPr/>
      </p:nvGrpSpPr>
      <p:grpSpPr>
        <a:xfrm>
          <a:off x="0" y="0"/>
          <a:ext cx="0" cy="0"/>
          <a:chOff x="0" y="0"/>
          <a:chExt cx="0" cy="0"/>
        </a:xfrm>
      </p:grpSpPr>
      <p:sp>
        <p:nvSpPr>
          <p:cNvPr id="201" name="Google Shape;201;p87"/>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2" name="Google Shape;202;p87"/>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03" name="Google Shape;203;p87"/>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04" name="Google Shape;204;p87"/>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05" name="Google Shape;205;p87"/>
          <p:cNvSpPr txBox="1">
            <a:spLocks noGrp="1"/>
          </p:cNvSpPr>
          <p:nvPr>
            <p:ph type="body" idx="4"/>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206"/>
        <p:cNvGrpSpPr/>
        <p:nvPr/>
      </p:nvGrpSpPr>
      <p:grpSpPr>
        <a:xfrm>
          <a:off x="0" y="0"/>
          <a:ext cx="0" cy="0"/>
          <a:chOff x="0" y="0"/>
          <a:chExt cx="0" cy="0"/>
        </a:xfrm>
      </p:grpSpPr>
      <p:sp>
        <p:nvSpPr>
          <p:cNvPr id="207" name="Google Shape;207;p88"/>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8" name="Google Shape;208;p88"/>
          <p:cNvSpPr txBox="1">
            <a:spLocks noGrp="1"/>
          </p:cNvSpPr>
          <p:nvPr>
            <p:ph type="body" idx="1"/>
          </p:nvPr>
        </p:nvSpPr>
        <p:spPr>
          <a:xfrm>
            <a:off x="457200" y="1604520"/>
            <a:ext cx="26496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09" name="Google Shape;209;p88"/>
          <p:cNvSpPr txBox="1">
            <a:spLocks noGrp="1"/>
          </p:cNvSpPr>
          <p:nvPr>
            <p:ph type="body" idx="2"/>
          </p:nvPr>
        </p:nvSpPr>
        <p:spPr>
          <a:xfrm>
            <a:off x="3239640" y="1604520"/>
            <a:ext cx="26496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10" name="Google Shape;210;p88"/>
          <p:cNvSpPr txBox="1">
            <a:spLocks noGrp="1"/>
          </p:cNvSpPr>
          <p:nvPr>
            <p:ph type="body" idx="3"/>
          </p:nvPr>
        </p:nvSpPr>
        <p:spPr>
          <a:xfrm>
            <a:off x="6022080" y="1604520"/>
            <a:ext cx="26496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11" name="Google Shape;211;p88"/>
          <p:cNvSpPr txBox="1">
            <a:spLocks noGrp="1"/>
          </p:cNvSpPr>
          <p:nvPr>
            <p:ph type="body" idx="4"/>
          </p:nvPr>
        </p:nvSpPr>
        <p:spPr>
          <a:xfrm>
            <a:off x="457200" y="3682080"/>
            <a:ext cx="26496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12" name="Google Shape;212;p88"/>
          <p:cNvSpPr txBox="1">
            <a:spLocks noGrp="1"/>
          </p:cNvSpPr>
          <p:nvPr>
            <p:ph type="body" idx="5"/>
          </p:nvPr>
        </p:nvSpPr>
        <p:spPr>
          <a:xfrm>
            <a:off x="3239640" y="3682080"/>
            <a:ext cx="26496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13" name="Google Shape;213;p88"/>
          <p:cNvSpPr txBox="1">
            <a:spLocks noGrp="1"/>
          </p:cNvSpPr>
          <p:nvPr>
            <p:ph type="body" idx="6"/>
          </p:nvPr>
        </p:nvSpPr>
        <p:spPr>
          <a:xfrm>
            <a:off x="6022080" y="3682080"/>
            <a:ext cx="26496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217"/>
        <p:cNvGrpSpPr/>
        <p:nvPr/>
      </p:nvGrpSpPr>
      <p:grpSpPr>
        <a:xfrm>
          <a:off x="0" y="0"/>
          <a:ext cx="0" cy="0"/>
          <a:chOff x="0" y="0"/>
          <a:chExt cx="0" cy="0"/>
        </a:xfrm>
      </p:grpSpPr>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218"/>
        <p:cNvGrpSpPr/>
        <p:nvPr/>
      </p:nvGrpSpPr>
      <p:grpSpPr>
        <a:xfrm>
          <a:off x="0" y="0"/>
          <a:ext cx="0" cy="0"/>
          <a:chOff x="0" y="0"/>
          <a:chExt cx="0" cy="0"/>
        </a:xfrm>
      </p:grpSpPr>
      <p:sp>
        <p:nvSpPr>
          <p:cNvPr id="219" name="Google Shape;219;p89"/>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0" name="Google Shape;220;p89"/>
          <p:cNvSpPr txBox="1">
            <a:spLocks noGrp="1"/>
          </p:cNvSpPr>
          <p:nvPr>
            <p:ph type="subTitle" idx="1"/>
          </p:nvPr>
        </p:nvSpPr>
        <p:spPr>
          <a:xfrm>
            <a:off x="457200" y="1604520"/>
            <a:ext cx="8229240" cy="397728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221"/>
        <p:cNvGrpSpPr/>
        <p:nvPr/>
      </p:nvGrpSpPr>
      <p:grpSpPr>
        <a:xfrm>
          <a:off x="0" y="0"/>
          <a:ext cx="0" cy="0"/>
          <a:chOff x="0" y="0"/>
          <a:chExt cx="0" cy="0"/>
        </a:xfrm>
      </p:grpSpPr>
      <p:sp>
        <p:nvSpPr>
          <p:cNvPr id="222" name="Google Shape;222;p90"/>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3" name="Google Shape;223;p90"/>
          <p:cNvSpPr txBox="1">
            <a:spLocks noGrp="1"/>
          </p:cNvSpPr>
          <p:nvPr>
            <p:ph type="body" idx="1"/>
          </p:nvPr>
        </p:nvSpPr>
        <p:spPr>
          <a:xfrm>
            <a:off x="457200" y="1604520"/>
            <a:ext cx="822924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224"/>
        <p:cNvGrpSpPr/>
        <p:nvPr/>
      </p:nvGrpSpPr>
      <p:grpSpPr>
        <a:xfrm>
          <a:off x="0" y="0"/>
          <a:ext cx="0" cy="0"/>
          <a:chOff x="0" y="0"/>
          <a:chExt cx="0" cy="0"/>
        </a:xfrm>
      </p:grpSpPr>
      <p:sp>
        <p:nvSpPr>
          <p:cNvPr id="225" name="Google Shape;225;p91"/>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6" name="Google Shape;226;p91"/>
          <p:cNvSpPr txBox="1">
            <a:spLocks noGrp="1"/>
          </p:cNvSpPr>
          <p:nvPr>
            <p:ph type="body" idx="1"/>
          </p:nvPr>
        </p:nvSpPr>
        <p:spPr>
          <a:xfrm>
            <a:off x="457200" y="1604520"/>
            <a:ext cx="401580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27" name="Google Shape;227;p91"/>
          <p:cNvSpPr txBox="1">
            <a:spLocks noGrp="1"/>
          </p:cNvSpPr>
          <p:nvPr>
            <p:ph type="body" idx="2"/>
          </p:nvPr>
        </p:nvSpPr>
        <p:spPr>
          <a:xfrm>
            <a:off x="4674240" y="1604520"/>
            <a:ext cx="401580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28"/>
        <p:cNvGrpSpPr/>
        <p:nvPr/>
      </p:nvGrpSpPr>
      <p:grpSpPr>
        <a:xfrm>
          <a:off x="0" y="0"/>
          <a:ext cx="0" cy="0"/>
          <a:chOff x="0" y="0"/>
          <a:chExt cx="0" cy="0"/>
        </a:xfrm>
      </p:grpSpPr>
      <p:sp>
        <p:nvSpPr>
          <p:cNvPr id="229" name="Google Shape;229;p92"/>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230"/>
        <p:cNvGrpSpPr/>
        <p:nvPr/>
      </p:nvGrpSpPr>
      <p:grpSpPr>
        <a:xfrm>
          <a:off x="0" y="0"/>
          <a:ext cx="0" cy="0"/>
          <a:chOff x="0" y="0"/>
          <a:chExt cx="0" cy="0"/>
        </a:xfrm>
      </p:grpSpPr>
      <p:sp>
        <p:nvSpPr>
          <p:cNvPr id="231" name="Google Shape;231;p93"/>
          <p:cNvSpPr txBox="1">
            <a:spLocks noGrp="1"/>
          </p:cNvSpPr>
          <p:nvPr>
            <p:ph type="subTitle" idx="1"/>
          </p:nvPr>
        </p:nvSpPr>
        <p:spPr>
          <a:xfrm>
            <a:off x="457200" y="273600"/>
            <a:ext cx="8229240" cy="53078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232"/>
        <p:cNvGrpSpPr/>
        <p:nvPr/>
      </p:nvGrpSpPr>
      <p:grpSpPr>
        <a:xfrm>
          <a:off x="0" y="0"/>
          <a:ext cx="0" cy="0"/>
          <a:chOff x="0" y="0"/>
          <a:chExt cx="0" cy="0"/>
        </a:xfrm>
      </p:grpSpPr>
      <p:sp>
        <p:nvSpPr>
          <p:cNvPr id="233" name="Google Shape;233;p94"/>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4" name="Google Shape;234;p94"/>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35" name="Google Shape;235;p94"/>
          <p:cNvSpPr txBox="1">
            <a:spLocks noGrp="1"/>
          </p:cNvSpPr>
          <p:nvPr>
            <p:ph type="body" idx="2"/>
          </p:nvPr>
        </p:nvSpPr>
        <p:spPr>
          <a:xfrm>
            <a:off x="4674240" y="1604520"/>
            <a:ext cx="401580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36" name="Google Shape;236;p94"/>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237"/>
        <p:cNvGrpSpPr/>
        <p:nvPr/>
      </p:nvGrpSpPr>
      <p:grpSpPr>
        <a:xfrm>
          <a:off x="0" y="0"/>
          <a:ext cx="0" cy="0"/>
          <a:chOff x="0" y="0"/>
          <a:chExt cx="0" cy="0"/>
        </a:xfrm>
      </p:grpSpPr>
      <p:sp>
        <p:nvSpPr>
          <p:cNvPr id="238" name="Google Shape;238;p95"/>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9" name="Google Shape;239;p95"/>
          <p:cNvSpPr txBox="1">
            <a:spLocks noGrp="1"/>
          </p:cNvSpPr>
          <p:nvPr>
            <p:ph type="body" idx="1"/>
          </p:nvPr>
        </p:nvSpPr>
        <p:spPr>
          <a:xfrm>
            <a:off x="457200" y="1604520"/>
            <a:ext cx="401580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40" name="Google Shape;240;p95"/>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41" name="Google Shape;241;p95"/>
          <p:cNvSpPr txBox="1">
            <a:spLocks noGrp="1"/>
          </p:cNvSpPr>
          <p:nvPr>
            <p:ph type="body" idx="3"/>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242"/>
        <p:cNvGrpSpPr/>
        <p:nvPr/>
      </p:nvGrpSpPr>
      <p:grpSpPr>
        <a:xfrm>
          <a:off x="0" y="0"/>
          <a:ext cx="0" cy="0"/>
          <a:chOff x="0" y="0"/>
          <a:chExt cx="0" cy="0"/>
        </a:xfrm>
      </p:grpSpPr>
      <p:sp>
        <p:nvSpPr>
          <p:cNvPr id="243" name="Google Shape;243;p96"/>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4" name="Google Shape;244;p96"/>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45" name="Google Shape;245;p96"/>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46" name="Google Shape;246;p96"/>
          <p:cNvSpPr txBox="1">
            <a:spLocks noGrp="1"/>
          </p:cNvSpPr>
          <p:nvPr>
            <p:ph type="body" idx="3"/>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247"/>
        <p:cNvGrpSpPr/>
        <p:nvPr/>
      </p:nvGrpSpPr>
      <p:grpSpPr>
        <a:xfrm>
          <a:off x="0" y="0"/>
          <a:ext cx="0" cy="0"/>
          <a:chOff x="0" y="0"/>
          <a:chExt cx="0" cy="0"/>
        </a:xfrm>
      </p:grpSpPr>
      <p:sp>
        <p:nvSpPr>
          <p:cNvPr id="248" name="Google Shape;248;p97"/>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9" name="Google Shape;249;p97"/>
          <p:cNvSpPr txBox="1">
            <a:spLocks noGrp="1"/>
          </p:cNvSpPr>
          <p:nvPr>
            <p:ph type="body" idx="1"/>
          </p:nvPr>
        </p:nvSpPr>
        <p:spPr>
          <a:xfrm>
            <a:off x="457200" y="1604520"/>
            <a:ext cx="82292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50" name="Google Shape;250;p97"/>
          <p:cNvSpPr txBox="1">
            <a:spLocks noGrp="1"/>
          </p:cNvSpPr>
          <p:nvPr>
            <p:ph type="body" idx="2"/>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251"/>
        <p:cNvGrpSpPr/>
        <p:nvPr/>
      </p:nvGrpSpPr>
      <p:grpSpPr>
        <a:xfrm>
          <a:off x="0" y="0"/>
          <a:ext cx="0" cy="0"/>
          <a:chOff x="0" y="0"/>
          <a:chExt cx="0" cy="0"/>
        </a:xfrm>
      </p:grpSpPr>
      <p:sp>
        <p:nvSpPr>
          <p:cNvPr id="252" name="Google Shape;252;p98"/>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3" name="Google Shape;253;p98"/>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54" name="Google Shape;254;p98"/>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55" name="Google Shape;255;p98"/>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56" name="Google Shape;256;p98"/>
          <p:cNvSpPr txBox="1">
            <a:spLocks noGrp="1"/>
          </p:cNvSpPr>
          <p:nvPr>
            <p:ph type="body" idx="4"/>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257"/>
        <p:cNvGrpSpPr/>
        <p:nvPr/>
      </p:nvGrpSpPr>
      <p:grpSpPr>
        <a:xfrm>
          <a:off x="0" y="0"/>
          <a:ext cx="0" cy="0"/>
          <a:chOff x="0" y="0"/>
          <a:chExt cx="0" cy="0"/>
        </a:xfrm>
      </p:grpSpPr>
      <p:sp>
        <p:nvSpPr>
          <p:cNvPr id="258" name="Google Shape;258;p99"/>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9" name="Google Shape;259;p99"/>
          <p:cNvSpPr txBox="1">
            <a:spLocks noGrp="1"/>
          </p:cNvSpPr>
          <p:nvPr>
            <p:ph type="body" idx="1"/>
          </p:nvPr>
        </p:nvSpPr>
        <p:spPr>
          <a:xfrm>
            <a:off x="457200" y="1604520"/>
            <a:ext cx="26496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60" name="Google Shape;260;p99"/>
          <p:cNvSpPr txBox="1">
            <a:spLocks noGrp="1"/>
          </p:cNvSpPr>
          <p:nvPr>
            <p:ph type="body" idx="2"/>
          </p:nvPr>
        </p:nvSpPr>
        <p:spPr>
          <a:xfrm>
            <a:off x="3239640" y="1604520"/>
            <a:ext cx="26496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61" name="Google Shape;261;p99"/>
          <p:cNvSpPr txBox="1">
            <a:spLocks noGrp="1"/>
          </p:cNvSpPr>
          <p:nvPr>
            <p:ph type="body" idx="3"/>
          </p:nvPr>
        </p:nvSpPr>
        <p:spPr>
          <a:xfrm>
            <a:off x="6022080" y="1604520"/>
            <a:ext cx="26496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62" name="Google Shape;262;p99"/>
          <p:cNvSpPr txBox="1">
            <a:spLocks noGrp="1"/>
          </p:cNvSpPr>
          <p:nvPr>
            <p:ph type="body" idx="4"/>
          </p:nvPr>
        </p:nvSpPr>
        <p:spPr>
          <a:xfrm>
            <a:off x="457200" y="3682080"/>
            <a:ext cx="26496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63" name="Google Shape;263;p99"/>
          <p:cNvSpPr txBox="1">
            <a:spLocks noGrp="1"/>
          </p:cNvSpPr>
          <p:nvPr>
            <p:ph type="body" idx="5"/>
          </p:nvPr>
        </p:nvSpPr>
        <p:spPr>
          <a:xfrm>
            <a:off x="3239640" y="3682080"/>
            <a:ext cx="26496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64" name="Google Shape;264;p99"/>
          <p:cNvSpPr txBox="1">
            <a:spLocks noGrp="1"/>
          </p:cNvSpPr>
          <p:nvPr>
            <p:ph type="body" idx="6"/>
          </p:nvPr>
        </p:nvSpPr>
        <p:spPr>
          <a:xfrm>
            <a:off x="6022080" y="3682080"/>
            <a:ext cx="26496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279"/>
        <p:cNvGrpSpPr/>
        <p:nvPr/>
      </p:nvGrpSpPr>
      <p:grpSpPr>
        <a:xfrm>
          <a:off x="0" y="0"/>
          <a:ext cx="0" cy="0"/>
          <a:chOff x="0" y="0"/>
          <a:chExt cx="0" cy="0"/>
        </a:xfrm>
      </p:grpSpPr>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280"/>
        <p:cNvGrpSpPr/>
        <p:nvPr/>
      </p:nvGrpSpPr>
      <p:grpSpPr>
        <a:xfrm>
          <a:off x="0" y="0"/>
          <a:ext cx="0" cy="0"/>
          <a:chOff x="0" y="0"/>
          <a:chExt cx="0" cy="0"/>
        </a:xfrm>
      </p:grpSpPr>
      <p:sp>
        <p:nvSpPr>
          <p:cNvPr id="281" name="Google Shape;281;p100"/>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2" name="Google Shape;282;p100"/>
          <p:cNvSpPr txBox="1">
            <a:spLocks noGrp="1"/>
          </p:cNvSpPr>
          <p:nvPr>
            <p:ph type="subTitle" idx="1"/>
          </p:nvPr>
        </p:nvSpPr>
        <p:spPr>
          <a:xfrm>
            <a:off x="457200" y="1604520"/>
            <a:ext cx="8229240" cy="397728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283"/>
        <p:cNvGrpSpPr/>
        <p:nvPr/>
      </p:nvGrpSpPr>
      <p:grpSpPr>
        <a:xfrm>
          <a:off x="0" y="0"/>
          <a:ext cx="0" cy="0"/>
          <a:chOff x="0" y="0"/>
          <a:chExt cx="0" cy="0"/>
        </a:xfrm>
      </p:grpSpPr>
      <p:sp>
        <p:nvSpPr>
          <p:cNvPr id="284" name="Google Shape;284;p101"/>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5" name="Google Shape;285;p101"/>
          <p:cNvSpPr txBox="1">
            <a:spLocks noGrp="1"/>
          </p:cNvSpPr>
          <p:nvPr>
            <p:ph type="body" idx="1"/>
          </p:nvPr>
        </p:nvSpPr>
        <p:spPr>
          <a:xfrm>
            <a:off x="457200" y="1604520"/>
            <a:ext cx="822924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286"/>
        <p:cNvGrpSpPr/>
        <p:nvPr/>
      </p:nvGrpSpPr>
      <p:grpSpPr>
        <a:xfrm>
          <a:off x="0" y="0"/>
          <a:ext cx="0" cy="0"/>
          <a:chOff x="0" y="0"/>
          <a:chExt cx="0" cy="0"/>
        </a:xfrm>
      </p:grpSpPr>
      <p:sp>
        <p:nvSpPr>
          <p:cNvPr id="287" name="Google Shape;287;p102"/>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8" name="Google Shape;288;p102"/>
          <p:cNvSpPr txBox="1">
            <a:spLocks noGrp="1"/>
          </p:cNvSpPr>
          <p:nvPr>
            <p:ph type="body" idx="1"/>
          </p:nvPr>
        </p:nvSpPr>
        <p:spPr>
          <a:xfrm>
            <a:off x="457200" y="1604520"/>
            <a:ext cx="401580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89" name="Google Shape;289;p102"/>
          <p:cNvSpPr txBox="1">
            <a:spLocks noGrp="1"/>
          </p:cNvSpPr>
          <p:nvPr>
            <p:ph type="body" idx="2"/>
          </p:nvPr>
        </p:nvSpPr>
        <p:spPr>
          <a:xfrm>
            <a:off x="4674240" y="1604520"/>
            <a:ext cx="401580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0"/>
        <p:cNvGrpSpPr/>
        <p:nvPr/>
      </p:nvGrpSpPr>
      <p:grpSpPr>
        <a:xfrm>
          <a:off x="0" y="0"/>
          <a:ext cx="0" cy="0"/>
          <a:chOff x="0" y="0"/>
          <a:chExt cx="0" cy="0"/>
        </a:xfrm>
      </p:grpSpPr>
      <p:sp>
        <p:nvSpPr>
          <p:cNvPr id="291" name="Google Shape;291;p103"/>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292"/>
        <p:cNvGrpSpPr/>
        <p:nvPr/>
      </p:nvGrpSpPr>
      <p:grpSpPr>
        <a:xfrm>
          <a:off x="0" y="0"/>
          <a:ext cx="0" cy="0"/>
          <a:chOff x="0" y="0"/>
          <a:chExt cx="0" cy="0"/>
        </a:xfrm>
      </p:grpSpPr>
      <p:sp>
        <p:nvSpPr>
          <p:cNvPr id="293" name="Google Shape;293;p104"/>
          <p:cNvSpPr txBox="1">
            <a:spLocks noGrp="1"/>
          </p:cNvSpPr>
          <p:nvPr>
            <p:ph type="subTitle" idx="1"/>
          </p:nvPr>
        </p:nvSpPr>
        <p:spPr>
          <a:xfrm>
            <a:off x="457200" y="273600"/>
            <a:ext cx="8229240" cy="53078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294"/>
        <p:cNvGrpSpPr/>
        <p:nvPr/>
      </p:nvGrpSpPr>
      <p:grpSpPr>
        <a:xfrm>
          <a:off x="0" y="0"/>
          <a:ext cx="0" cy="0"/>
          <a:chOff x="0" y="0"/>
          <a:chExt cx="0" cy="0"/>
        </a:xfrm>
      </p:grpSpPr>
      <p:sp>
        <p:nvSpPr>
          <p:cNvPr id="295" name="Google Shape;295;p105"/>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6" name="Google Shape;296;p105"/>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97" name="Google Shape;297;p105"/>
          <p:cNvSpPr txBox="1">
            <a:spLocks noGrp="1"/>
          </p:cNvSpPr>
          <p:nvPr>
            <p:ph type="body" idx="2"/>
          </p:nvPr>
        </p:nvSpPr>
        <p:spPr>
          <a:xfrm>
            <a:off x="4674240" y="1604520"/>
            <a:ext cx="401580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98" name="Google Shape;298;p105"/>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299"/>
        <p:cNvGrpSpPr/>
        <p:nvPr/>
      </p:nvGrpSpPr>
      <p:grpSpPr>
        <a:xfrm>
          <a:off x="0" y="0"/>
          <a:ext cx="0" cy="0"/>
          <a:chOff x="0" y="0"/>
          <a:chExt cx="0" cy="0"/>
        </a:xfrm>
      </p:grpSpPr>
      <p:sp>
        <p:nvSpPr>
          <p:cNvPr id="300" name="Google Shape;300;p106"/>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1" name="Google Shape;301;p106"/>
          <p:cNvSpPr txBox="1">
            <a:spLocks noGrp="1"/>
          </p:cNvSpPr>
          <p:nvPr>
            <p:ph type="body" idx="1"/>
          </p:nvPr>
        </p:nvSpPr>
        <p:spPr>
          <a:xfrm>
            <a:off x="457200" y="1604520"/>
            <a:ext cx="4015800" cy="3977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02" name="Google Shape;302;p106"/>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03" name="Google Shape;303;p106"/>
          <p:cNvSpPr txBox="1">
            <a:spLocks noGrp="1"/>
          </p:cNvSpPr>
          <p:nvPr>
            <p:ph type="body" idx="3"/>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304"/>
        <p:cNvGrpSpPr/>
        <p:nvPr/>
      </p:nvGrpSpPr>
      <p:grpSpPr>
        <a:xfrm>
          <a:off x="0" y="0"/>
          <a:ext cx="0" cy="0"/>
          <a:chOff x="0" y="0"/>
          <a:chExt cx="0" cy="0"/>
        </a:xfrm>
      </p:grpSpPr>
      <p:sp>
        <p:nvSpPr>
          <p:cNvPr id="305" name="Google Shape;305;p107"/>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6" name="Google Shape;306;p107"/>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07" name="Google Shape;307;p107"/>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08" name="Google Shape;308;p107"/>
          <p:cNvSpPr txBox="1">
            <a:spLocks noGrp="1"/>
          </p:cNvSpPr>
          <p:nvPr>
            <p:ph type="body" idx="3"/>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309"/>
        <p:cNvGrpSpPr/>
        <p:nvPr/>
      </p:nvGrpSpPr>
      <p:grpSpPr>
        <a:xfrm>
          <a:off x="0" y="0"/>
          <a:ext cx="0" cy="0"/>
          <a:chOff x="0" y="0"/>
          <a:chExt cx="0" cy="0"/>
        </a:xfrm>
      </p:grpSpPr>
      <p:sp>
        <p:nvSpPr>
          <p:cNvPr id="310" name="Google Shape;310;p108"/>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1" name="Google Shape;311;p108"/>
          <p:cNvSpPr txBox="1">
            <a:spLocks noGrp="1"/>
          </p:cNvSpPr>
          <p:nvPr>
            <p:ph type="body" idx="1"/>
          </p:nvPr>
        </p:nvSpPr>
        <p:spPr>
          <a:xfrm>
            <a:off x="457200" y="1604520"/>
            <a:ext cx="82292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12" name="Google Shape;312;p108"/>
          <p:cNvSpPr txBox="1">
            <a:spLocks noGrp="1"/>
          </p:cNvSpPr>
          <p:nvPr>
            <p:ph type="body" idx="2"/>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313"/>
        <p:cNvGrpSpPr/>
        <p:nvPr/>
      </p:nvGrpSpPr>
      <p:grpSpPr>
        <a:xfrm>
          <a:off x="0" y="0"/>
          <a:ext cx="0" cy="0"/>
          <a:chOff x="0" y="0"/>
          <a:chExt cx="0" cy="0"/>
        </a:xfrm>
      </p:grpSpPr>
      <p:sp>
        <p:nvSpPr>
          <p:cNvPr id="314" name="Google Shape;314;p109"/>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5" name="Google Shape;315;p109"/>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16" name="Google Shape;316;p109"/>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17" name="Google Shape;317;p109"/>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18" name="Google Shape;318;p109"/>
          <p:cNvSpPr txBox="1">
            <a:spLocks noGrp="1"/>
          </p:cNvSpPr>
          <p:nvPr>
            <p:ph type="body" idx="4"/>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319"/>
        <p:cNvGrpSpPr/>
        <p:nvPr/>
      </p:nvGrpSpPr>
      <p:grpSpPr>
        <a:xfrm>
          <a:off x="0" y="0"/>
          <a:ext cx="0" cy="0"/>
          <a:chOff x="0" y="0"/>
          <a:chExt cx="0" cy="0"/>
        </a:xfrm>
      </p:grpSpPr>
      <p:sp>
        <p:nvSpPr>
          <p:cNvPr id="320" name="Google Shape;320;p110"/>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1" name="Google Shape;321;p110"/>
          <p:cNvSpPr txBox="1">
            <a:spLocks noGrp="1"/>
          </p:cNvSpPr>
          <p:nvPr>
            <p:ph type="body" idx="1"/>
          </p:nvPr>
        </p:nvSpPr>
        <p:spPr>
          <a:xfrm>
            <a:off x="457200" y="1604520"/>
            <a:ext cx="26496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22" name="Google Shape;322;p110"/>
          <p:cNvSpPr txBox="1">
            <a:spLocks noGrp="1"/>
          </p:cNvSpPr>
          <p:nvPr>
            <p:ph type="body" idx="2"/>
          </p:nvPr>
        </p:nvSpPr>
        <p:spPr>
          <a:xfrm>
            <a:off x="3239640" y="1604520"/>
            <a:ext cx="26496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23" name="Google Shape;323;p110"/>
          <p:cNvSpPr txBox="1">
            <a:spLocks noGrp="1"/>
          </p:cNvSpPr>
          <p:nvPr>
            <p:ph type="body" idx="3"/>
          </p:nvPr>
        </p:nvSpPr>
        <p:spPr>
          <a:xfrm>
            <a:off x="6022080" y="1604520"/>
            <a:ext cx="26496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24" name="Google Shape;324;p110"/>
          <p:cNvSpPr txBox="1">
            <a:spLocks noGrp="1"/>
          </p:cNvSpPr>
          <p:nvPr>
            <p:ph type="body" idx="4"/>
          </p:nvPr>
        </p:nvSpPr>
        <p:spPr>
          <a:xfrm>
            <a:off x="457200" y="3682080"/>
            <a:ext cx="26496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25" name="Google Shape;325;p110"/>
          <p:cNvSpPr txBox="1">
            <a:spLocks noGrp="1"/>
          </p:cNvSpPr>
          <p:nvPr>
            <p:ph type="body" idx="5"/>
          </p:nvPr>
        </p:nvSpPr>
        <p:spPr>
          <a:xfrm>
            <a:off x="3239640" y="3682080"/>
            <a:ext cx="26496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26" name="Google Shape;326;p110"/>
          <p:cNvSpPr txBox="1">
            <a:spLocks noGrp="1"/>
          </p:cNvSpPr>
          <p:nvPr>
            <p:ph type="body" idx="6"/>
          </p:nvPr>
        </p:nvSpPr>
        <p:spPr>
          <a:xfrm>
            <a:off x="6022080" y="3682080"/>
            <a:ext cx="2649600" cy="189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theme" Target="../theme/theme4.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5.xml"/><Relationship Id="rId13" Type="http://schemas.openxmlformats.org/officeDocument/2006/relationships/theme" Target="../theme/theme5.xml"/><Relationship Id="rId3" Type="http://schemas.openxmlformats.org/officeDocument/2006/relationships/slideLayout" Target="../slideLayouts/slideLayout50.xml"/><Relationship Id="rId7" Type="http://schemas.openxmlformats.org/officeDocument/2006/relationships/slideLayout" Target="../slideLayouts/slideLayout54.xml"/><Relationship Id="rId12" Type="http://schemas.openxmlformats.org/officeDocument/2006/relationships/slideLayout" Target="../slideLayouts/slideLayout59.xml"/><Relationship Id="rId2" Type="http://schemas.openxmlformats.org/officeDocument/2006/relationships/slideLayout" Target="../slideLayouts/slideLayout49.xml"/><Relationship Id="rId1" Type="http://schemas.openxmlformats.org/officeDocument/2006/relationships/slideLayout" Target="../slideLayouts/slideLayout48.xml"/><Relationship Id="rId6" Type="http://schemas.openxmlformats.org/officeDocument/2006/relationships/slideLayout" Target="../slideLayouts/slideLayout53.xml"/><Relationship Id="rId11" Type="http://schemas.openxmlformats.org/officeDocument/2006/relationships/slideLayout" Target="../slideLayouts/slideLayout58.xml"/><Relationship Id="rId5" Type="http://schemas.openxmlformats.org/officeDocument/2006/relationships/slideLayout" Target="../slideLayouts/slideLayout52.xml"/><Relationship Id="rId10" Type="http://schemas.openxmlformats.org/officeDocument/2006/relationships/slideLayout" Target="../slideLayouts/slideLayout57.xml"/><Relationship Id="rId4" Type="http://schemas.openxmlformats.org/officeDocument/2006/relationships/slideLayout" Target="../slideLayouts/slideLayout51.xml"/><Relationship Id="rId9" Type="http://schemas.openxmlformats.org/officeDocument/2006/relationships/slideLayout" Target="../slideLayouts/slideLayout56.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theme" Target="../theme/theme6.xml"/><Relationship Id="rId3" Type="http://schemas.openxmlformats.org/officeDocument/2006/relationships/slideLayout" Target="../slideLayouts/slideLayout62.xml"/><Relationship Id="rId7" Type="http://schemas.openxmlformats.org/officeDocument/2006/relationships/slideLayout" Target="../slideLayouts/slideLayout66.xml"/><Relationship Id="rId12" Type="http://schemas.openxmlformats.org/officeDocument/2006/relationships/slideLayout" Target="../slideLayouts/slideLayout71.xml"/><Relationship Id="rId2" Type="http://schemas.openxmlformats.org/officeDocument/2006/relationships/slideLayout" Target="../slideLayouts/slideLayout61.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5" Type="http://schemas.openxmlformats.org/officeDocument/2006/relationships/slideLayout" Target="../slideLayouts/slideLayout64.xml"/><Relationship Id="rId10" Type="http://schemas.openxmlformats.org/officeDocument/2006/relationships/slideLayout" Target="../slideLayouts/slideLayout69.xml"/><Relationship Id="rId4" Type="http://schemas.openxmlformats.org/officeDocument/2006/relationships/slideLayout" Target="../slideLayouts/slideLayout63.xml"/><Relationship Id="rId9" Type="http://schemas.openxmlformats.org/officeDocument/2006/relationships/slideLayout" Target="../slideLayouts/slideLayout6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
        <p:cNvGrpSpPr/>
        <p:nvPr/>
      </p:nvGrpSpPr>
      <p:grpSpPr>
        <a:xfrm>
          <a:off x="0" y="0"/>
          <a:ext cx="0" cy="0"/>
          <a:chOff x="0" y="0"/>
          <a:chExt cx="0" cy="0"/>
        </a:xfrm>
      </p:grpSpPr>
      <p:sp>
        <p:nvSpPr>
          <p:cNvPr id="10" name="Google Shape;10;p33"/>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11" name="Google Shape;11;p33"/>
          <p:cNvSpPr txBox="1">
            <a:spLocks noGrp="1"/>
          </p:cNvSpPr>
          <p:nvPr>
            <p:ph type="body" idx="1"/>
          </p:nvPr>
        </p:nvSpPr>
        <p:spPr>
          <a:xfrm>
            <a:off x="457200" y="1604520"/>
            <a:ext cx="8229240" cy="3977280"/>
          </a:xfrm>
          <a:prstGeom prst="rect">
            <a:avLst/>
          </a:prstGeom>
          <a:noFill/>
          <a:ln>
            <a:noFill/>
          </a:ln>
        </p:spPr>
        <p:txBody>
          <a:bodyPr spcFirstLastPara="1" wrap="square" lIns="0" tIns="0" rIns="0" bIns="0" anchor="t" anchorCtr="0">
            <a:norm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0"/>
        <p:cNvGrpSpPr/>
        <p:nvPr/>
      </p:nvGrpSpPr>
      <p:grpSpPr>
        <a:xfrm>
          <a:off x="0" y="0"/>
          <a:ext cx="0" cy="0"/>
          <a:chOff x="0" y="0"/>
          <a:chExt cx="0" cy="0"/>
        </a:xfrm>
      </p:grpSpPr>
      <p:sp>
        <p:nvSpPr>
          <p:cNvPr id="61" name="Google Shape;61;p35"/>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62" name="Google Shape;62;p35"/>
          <p:cNvSpPr txBox="1">
            <a:spLocks noGrp="1"/>
          </p:cNvSpPr>
          <p:nvPr>
            <p:ph type="body" idx="1"/>
          </p:nvPr>
        </p:nvSpPr>
        <p:spPr>
          <a:xfrm>
            <a:off x="457200" y="1604520"/>
            <a:ext cx="8229240" cy="3977280"/>
          </a:xfrm>
          <a:prstGeom prst="rect">
            <a:avLst/>
          </a:prstGeom>
          <a:noFill/>
          <a:ln>
            <a:noFill/>
          </a:ln>
        </p:spPr>
        <p:txBody>
          <a:bodyPr spcFirstLastPara="1" wrap="square" lIns="0" tIns="0" rIns="0" bIns="0" anchor="t" anchorCtr="0">
            <a:norm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1"/>
        <p:cNvGrpSpPr/>
        <p:nvPr/>
      </p:nvGrpSpPr>
      <p:grpSpPr>
        <a:xfrm>
          <a:off x="0" y="0"/>
          <a:ext cx="0" cy="0"/>
          <a:chOff x="0" y="0"/>
          <a:chExt cx="0" cy="0"/>
        </a:xfrm>
      </p:grpSpPr>
      <p:sp>
        <p:nvSpPr>
          <p:cNvPr id="112" name="Google Shape;112;p37"/>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113" name="Google Shape;113;p37"/>
          <p:cNvSpPr txBox="1">
            <a:spLocks noGrp="1"/>
          </p:cNvSpPr>
          <p:nvPr>
            <p:ph type="body" idx="1"/>
          </p:nvPr>
        </p:nvSpPr>
        <p:spPr>
          <a:xfrm>
            <a:off x="457200" y="1604520"/>
            <a:ext cx="8229240" cy="3977280"/>
          </a:xfrm>
          <a:prstGeom prst="rect">
            <a:avLst/>
          </a:prstGeom>
          <a:noFill/>
          <a:ln>
            <a:noFill/>
          </a:ln>
        </p:spPr>
        <p:txBody>
          <a:bodyPr spcFirstLastPara="1" wrap="square" lIns="0" tIns="0" rIns="0" bIns="0" anchor="t" anchorCtr="0">
            <a:norm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Tree>
  </p:cSld>
  <p:clrMap bg1="lt1" tx1="dk1" bg2="dk2" tx2="lt2" accent1="accent1" accent2="accent2" accent3="accent3" accent4="accent4" accent5="accent5" accent6="accent6" hlink="hlink" folHlink="folHlink"/>
  <p:sldLayoutIdLst>
    <p:sldLayoutId id="2147483675" r:id="rId1"/>
    <p:sldLayoutId id="2147483676"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2"/>
        <p:cNvGrpSpPr/>
        <p:nvPr/>
      </p:nvGrpSpPr>
      <p:grpSpPr>
        <a:xfrm>
          <a:off x="0" y="0"/>
          <a:ext cx="0" cy="0"/>
          <a:chOff x="0" y="0"/>
          <a:chExt cx="0" cy="0"/>
        </a:xfrm>
      </p:grpSpPr>
      <p:sp>
        <p:nvSpPr>
          <p:cNvPr id="163" name="Google Shape;163;p39"/>
          <p:cNvSpPr txBox="1">
            <a:spLocks noGrp="1"/>
          </p:cNvSpPr>
          <p:nvPr>
            <p:ph type="title"/>
          </p:nvPr>
        </p:nvSpPr>
        <p:spPr>
          <a:xfrm>
            <a:off x="457200" y="273600"/>
            <a:ext cx="8228880" cy="1144440"/>
          </a:xfrm>
          <a:prstGeom prst="rect">
            <a:avLst/>
          </a:prstGeom>
          <a:noFill/>
          <a:ln>
            <a:noFill/>
          </a:ln>
        </p:spPr>
        <p:txBody>
          <a:bodyPr spcFirstLastPara="1" wrap="square" lIns="0" tIns="0" rIns="0" bIns="0" anchor="ctr"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164" name="Google Shape;164;p39"/>
          <p:cNvSpPr txBox="1">
            <a:spLocks noGrp="1"/>
          </p:cNvSpPr>
          <p:nvPr>
            <p:ph type="body" idx="1"/>
          </p:nvPr>
        </p:nvSpPr>
        <p:spPr>
          <a:xfrm>
            <a:off x="457200" y="1604520"/>
            <a:ext cx="4015440" cy="3976920"/>
          </a:xfrm>
          <a:prstGeom prst="rect">
            <a:avLst/>
          </a:prstGeom>
          <a:noFill/>
          <a:ln>
            <a:noFill/>
          </a:ln>
        </p:spPr>
        <p:txBody>
          <a:bodyPr spcFirstLastPara="1" wrap="square" lIns="0" tIns="0" rIns="0" bIns="0" anchor="t" anchorCtr="0">
            <a:norm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165" name="Google Shape;165;p39"/>
          <p:cNvSpPr txBox="1">
            <a:spLocks noGrp="1"/>
          </p:cNvSpPr>
          <p:nvPr>
            <p:ph type="body" idx="2"/>
          </p:nvPr>
        </p:nvSpPr>
        <p:spPr>
          <a:xfrm>
            <a:off x="4674240" y="1604520"/>
            <a:ext cx="4015440" cy="3976920"/>
          </a:xfrm>
          <a:prstGeom prst="rect">
            <a:avLst/>
          </a:prstGeom>
          <a:noFill/>
          <a:ln>
            <a:noFill/>
          </a:ln>
        </p:spPr>
        <p:txBody>
          <a:bodyPr spcFirstLastPara="1" wrap="square" lIns="0" tIns="0" rIns="0" bIns="0" anchor="t" anchorCtr="0">
            <a:norm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Tree>
  </p:cSld>
  <p:clrMap bg1="lt1" tx1="dk1" bg2="dk2" tx2="lt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4"/>
        <p:cNvGrpSpPr/>
        <p:nvPr/>
      </p:nvGrpSpPr>
      <p:grpSpPr>
        <a:xfrm>
          <a:off x="0" y="0"/>
          <a:ext cx="0" cy="0"/>
          <a:chOff x="0" y="0"/>
          <a:chExt cx="0" cy="0"/>
        </a:xfrm>
      </p:grpSpPr>
      <p:sp>
        <p:nvSpPr>
          <p:cNvPr id="215" name="Google Shape;215;p41"/>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216" name="Google Shape;216;p41"/>
          <p:cNvSpPr txBox="1">
            <a:spLocks noGrp="1"/>
          </p:cNvSpPr>
          <p:nvPr>
            <p:ph type="body" idx="1"/>
          </p:nvPr>
        </p:nvSpPr>
        <p:spPr>
          <a:xfrm>
            <a:off x="457200" y="1604520"/>
            <a:ext cx="8229240" cy="3977280"/>
          </a:xfrm>
          <a:prstGeom prst="rect">
            <a:avLst/>
          </a:prstGeom>
          <a:noFill/>
          <a:ln>
            <a:noFill/>
          </a:ln>
        </p:spPr>
        <p:txBody>
          <a:bodyPr spcFirstLastPara="1" wrap="square" lIns="0" tIns="0" rIns="0" bIns="0" anchor="t" anchorCtr="0">
            <a:norm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Tree>
  </p:cSld>
  <p:clrMap bg1="lt1" tx1="dk1" bg2="dk2" tx2="lt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65"/>
        <p:cNvGrpSpPr/>
        <p:nvPr/>
      </p:nvGrpSpPr>
      <p:grpSpPr>
        <a:xfrm>
          <a:off x="0" y="0"/>
          <a:ext cx="0" cy="0"/>
          <a:chOff x="0" y="0"/>
          <a:chExt cx="0" cy="0"/>
        </a:xfrm>
      </p:grpSpPr>
      <p:grpSp>
        <p:nvGrpSpPr>
          <p:cNvPr id="266" name="Google Shape;266;p43"/>
          <p:cNvGrpSpPr/>
          <p:nvPr/>
        </p:nvGrpSpPr>
        <p:grpSpPr>
          <a:xfrm>
            <a:off x="-8640" y="-8640"/>
            <a:ext cx="9167400" cy="6872760"/>
            <a:chOff x="-8640" y="-8640"/>
            <a:chExt cx="9167400" cy="6872760"/>
          </a:xfrm>
        </p:grpSpPr>
        <p:sp>
          <p:nvSpPr>
            <p:cNvPr id="267" name="Google Shape;267;p43"/>
            <p:cNvSpPr/>
            <p:nvPr/>
          </p:nvSpPr>
          <p:spPr>
            <a:xfrm>
              <a:off x="-8640" y="4013280"/>
              <a:ext cx="454680" cy="2850840"/>
            </a:xfrm>
            <a:custGeom>
              <a:avLst/>
              <a:gdLst/>
              <a:ahLst/>
              <a:cxnLst/>
              <a:rect l="l" t="t" r="r" b="b"/>
              <a:pathLst>
                <a:path w="457200" h="2853267" extrusionOk="0">
                  <a:moveTo>
                    <a:pt x="0" y="0"/>
                  </a:moveTo>
                  <a:lnTo>
                    <a:pt x="457200" y="2853267"/>
                  </a:lnTo>
                  <a:lnTo>
                    <a:pt x="0" y="2844800"/>
                  </a:lnTo>
                  <a:cubicBezTo>
                    <a:pt x="2822" y="1905000"/>
                    <a:pt x="5645" y="965200"/>
                    <a:pt x="0" y="0"/>
                  </a:cubicBezTo>
                  <a:close/>
                </a:path>
              </a:pathLst>
            </a:custGeom>
            <a:solidFill>
              <a:schemeClr val="accent1">
                <a:alpha val="84705"/>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8" name="Google Shape;268;p43"/>
            <p:cNvSpPr/>
            <p:nvPr/>
          </p:nvSpPr>
          <p:spPr>
            <a:xfrm rot="10800000" flipH="1">
              <a:off x="5127840" y="4178160"/>
              <a:ext cx="4020120" cy="2679840"/>
            </a:xfrm>
            <a:custGeom>
              <a:avLst/>
              <a:gdLst/>
              <a:ahLst/>
              <a:cxnLst/>
              <a:rect l="l" t="t" r="r" b="b"/>
              <a:pathLst>
                <a:path w="21600" h="21600" extrusionOk="0">
                  <a:moveTo>
                    <a:pt x="0" y="0"/>
                  </a:moveTo>
                  <a:lnTo>
                    <a:pt x="21600" y="21600"/>
                  </a:lnTo>
                </a:path>
              </a:pathLst>
            </a:custGeom>
            <a:noFill/>
            <a:ln w="9525" cap="flat" cmpd="sng">
              <a:solidFill>
                <a:srgbClr val="D8D8D8"/>
              </a:solidFill>
              <a:prstDash val="solid"/>
              <a:round/>
              <a:headEnd type="none" w="sm" len="sm"/>
              <a:tailEnd type="none" w="sm" len="sm"/>
            </a:ln>
          </p:spPr>
        </p:sp>
        <p:sp>
          <p:nvSpPr>
            <p:cNvPr id="269" name="Google Shape;269;p43"/>
            <p:cNvSpPr/>
            <p:nvPr/>
          </p:nvSpPr>
          <p:spPr>
            <a:xfrm>
              <a:off x="7042680" y="0"/>
              <a:ext cx="1216800" cy="6855480"/>
            </a:xfrm>
            <a:custGeom>
              <a:avLst/>
              <a:gdLst/>
              <a:ahLst/>
              <a:cxnLst/>
              <a:rect l="l" t="t" r="r" b="b"/>
              <a:pathLst>
                <a:path w="21600" h="21600" extrusionOk="0">
                  <a:moveTo>
                    <a:pt x="0" y="0"/>
                  </a:moveTo>
                  <a:lnTo>
                    <a:pt x="21600" y="21600"/>
                  </a:lnTo>
                </a:path>
              </a:pathLst>
            </a:custGeom>
            <a:noFill/>
            <a:ln w="9525" cap="flat" cmpd="sng">
              <a:solidFill>
                <a:srgbClr val="BFBFBF"/>
              </a:solidFill>
              <a:prstDash val="solid"/>
              <a:round/>
              <a:headEnd type="none" w="sm" len="sm"/>
              <a:tailEnd type="none" w="sm" len="sm"/>
            </a:ln>
          </p:spPr>
        </p:sp>
        <p:sp>
          <p:nvSpPr>
            <p:cNvPr id="270" name="Google Shape;270;p43"/>
            <p:cNvSpPr/>
            <p:nvPr/>
          </p:nvSpPr>
          <p:spPr>
            <a:xfrm>
              <a:off x="6891840" y="0"/>
              <a:ext cx="2266920" cy="6864120"/>
            </a:xfrm>
            <a:custGeom>
              <a:avLst/>
              <a:gdLst/>
              <a:ahLst/>
              <a:cxnLst/>
              <a:rect l="l" t="t" r="r" b="b"/>
              <a:pathLst>
                <a:path w="2269442" h="6866466" extrusionOk="0">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2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1" name="Google Shape;271;p43"/>
            <p:cNvSpPr/>
            <p:nvPr/>
          </p:nvSpPr>
          <p:spPr>
            <a:xfrm>
              <a:off x="7205040" y="-8640"/>
              <a:ext cx="1945800" cy="6864120"/>
            </a:xfrm>
            <a:custGeom>
              <a:avLst/>
              <a:gdLst/>
              <a:ahLst/>
              <a:cxnLst/>
              <a:rect l="l" t="t" r="r" b="b"/>
              <a:pathLst>
                <a:path w="1948147" h="6866467" extrusionOk="0">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2" name="Google Shape;272;p43"/>
            <p:cNvSpPr/>
            <p:nvPr/>
          </p:nvSpPr>
          <p:spPr>
            <a:xfrm>
              <a:off x="6638040" y="3920040"/>
              <a:ext cx="2511000" cy="2935440"/>
            </a:xfrm>
            <a:custGeom>
              <a:avLst/>
              <a:gdLst/>
              <a:ahLst/>
              <a:cxnLst/>
              <a:rect l="l" t="t" r="r" b="b"/>
              <a:pathLst>
                <a:path w="3259667" h="3810000" extrusionOk="0">
                  <a:moveTo>
                    <a:pt x="0" y="3810000"/>
                  </a:moveTo>
                  <a:lnTo>
                    <a:pt x="3251200" y="0"/>
                  </a:lnTo>
                  <a:cubicBezTo>
                    <a:pt x="3254022" y="1270000"/>
                    <a:pt x="3256845" y="2540000"/>
                    <a:pt x="3259667" y="3810000"/>
                  </a:cubicBezTo>
                  <a:lnTo>
                    <a:pt x="0" y="3810000"/>
                  </a:lnTo>
                  <a:close/>
                </a:path>
              </a:pathLst>
            </a:custGeom>
            <a:solidFill>
              <a:schemeClr val="accent2">
                <a:alpha val="71764"/>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3" name="Google Shape;273;p43"/>
            <p:cNvSpPr/>
            <p:nvPr/>
          </p:nvSpPr>
          <p:spPr>
            <a:xfrm>
              <a:off x="7010280" y="-8640"/>
              <a:ext cx="2140200" cy="6864120"/>
            </a:xfrm>
            <a:custGeom>
              <a:avLst/>
              <a:gdLst/>
              <a:ahLst/>
              <a:cxnLst/>
              <a:rect l="l" t="t" r="r" b="b"/>
              <a:pathLst>
                <a:path w="2853267" h="6866467" extrusionOk="0">
                  <a:moveTo>
                    <a:pt x="0" y="0"/>
                  </a:moveTo>
                  <a:lnTo>
                    <a:pt x="2472267" y="6866467"/>
                  </a:lnTo>
                  <a:lnTo>
                    <a:pt x="2853267" y="6858000"/>
                  </a:lnTo>
                  <a:lnTo>
                    <a:pt x="2853267" y="0"/>
                  </a:lnTo>
                  <a:lnTo>
                    <a:pt x="0" y="0"/>
                  </a:lnTo>
                  <a:close/>
                </a:path>
              </a:pathLst>
            </a:custGeom>
            <a:solidFill>
              <a:srgbClr val="953734">
                <a:alpha val="69803"/>
              </a:srgbClr>
            </a:solidFill>
            <a:ln>
              <a:noFill/>
            </a:ln>
          </p:spPr>
        </p:sp>
        <p:sp>
          <p:nvSpPr>
            <p:cNvPr id="274" name="Google Shape;274;p43"/>
            <p:cNvSpPr/>
            <p:nvPr/>
          </p:nvSpPr>
          <p:spPr>
            <a:xfrm>
              <a:off x="8295840" y="-8640"/>
              <a:ext cx="855000" cy="6864120"/>
            </a:xfrm>
            <a:custGeom>
              <a:avLst/>
              <a:gdLst/>
              <a:ahLst/>
              <a:cxnLst/>
              <a:rect l="l" t="t" r="r" b="b"/>
              <a:pathLst>
                <a:path w="1286933" h="6866467" extrusionOk="0">
                  <a:moveTo>
                    <a:pt x="1016000" y="0"/>
                  </a:moveTo>
                  <a:lnTo>
                    <a:pt x="0" y="6866467"/>
                  </a:lnTo>
                  <a:lnTo>
                    <a:pt x="1286933" y="6866467"/>
                  </a:lnTo>
                  <a:cubicBezTo>
                    <a:pt x="1284111" y="4577645"/>
                    <a:pt x="1281288" y="2288822"/>
                    <a:pt x="1278466" y="0"/>
                  </a:cubicBezTo>
                  <a:lnTo>
                    <a:pt x="1016000" y="0"/>
                  </a:lnTo>
                  <a:close/>
                </a:path>
              </a:pathLst>
            </a:custGeom>
            <a:solidFill>
              <a:srgbClr val="93B3D7">
                <a:alpha val="69803"/>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5" name="Google Shape;275;p43"/>
            <p:cNvSpPr/>
            <p:nvPr/>
          </p:nvSpPr>
          <p:spPr>
            <a:xfrm>
              <a:off x="8077320" y="-8640"/>
              <a:ext cx="1064160" cy="6864120"/>
            </a:xfrm>
            <a:custGeom>
              <a:avLst/>
              <a:gdLst/>
              <a:ahLst/>
              <a:cxnLst/>
              <a:rect l="l" t="t" r="r" b="b"/>
              <a:pathLst>
                <a:path w="1270244" h="6866467" extrusionOk="0">
                  <a:moveTo>
                    <a:pt x="0" y="0"/>
                  </a:moveTo>
                  <a:lnTo>
                    <a:pt x="1117600" y="6866467"/>
                  </a:lnTo>
                  <a:lnTo>
                    <a:pt x="1270000" y="6866467"/>
                  </a:lnTo>
                  <a:cubicBezTo>
                    <a:pt x="1272822" y="4574822"/>
                    <a:pt x="1250245" y="2291645"/>
                    <a:pt x="1253067" y="0"/>
                  </a:cubicBezTo>
                  <a:lnTo>
                    <a:pt x="0" y="0"/>
                  </a:lnTo>
                  <a:close/>
                </a:path>
              </a:pathLst>
            </a:custGeom>
            <a:solidFill>
              <a:schemeClr val="accent1">
                <a:alpha val="64705"/>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6" name="Google Shape;276;p43"/>
            <p:cNvSpPr/>
            <p:nvPr/>
          </p:nvSpPr>
          <p:spPr>
            <a:xfrm>
              <a:off x="8060400" y="4893840"/>
              <a:ext cx="1091520" cy="1961640"/>
            </a:xfrm>
            <a:custGeom>
              <a:avLst/>
              <a:gdLst/>
              <a:ahLst/>
              <a:cxnLst/>
              <a:rect l="l" t="t" r="r" b="b"/>
              <a:pathLst>
                <a:path w="1820333" h="3268133" extrusionOk="0">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sp>
        <p:nvSpPr>
          <p:cNvPr id="277" name="Google Shape;277;p43"/>
          <p:cNvSpPr txBox="1">
            <a:spLocks noGrp="1"/>
          </p:cNvSpPr>
          <p:nvPr>
            <p:ph type="title"/>
          </p:nvPr>
        </p:nvSpPr>
        <p:spPr>
          <a:xfrm>
            <a:off x="457200" y="273600"/>
            <a:ext cx="8229240" cy="1144800"/>
          </a:xfrm>
          <a:prstGeom prst="rect">
            <a:avLst/>
          </a:prstGeom>
          <a:noFill/>
          <a:ln>
            <a:noFill/>
          </a:ln>
        </p:spPr>
        <p:txBody>
          <a:bodyPr spcFirstLastPara="1" wrap="square" lIns="0" tIns="0" rIns="0" bIns="0" anchor="ctr"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278" name="Google Shape;278;p43"/>
          <p:cNvSpPr txBox="1">
            <a:spLocks noGrp="1"/>
          </p:cNvSpPr>
          <p:nvPr>
            <p:ph type="body" idx="1"/>
          </p:nvPr>
        </p:nvSpPr>
        <p:spPr>
          <a:xfrm>
            <a:off x="457200" y="1604520"/>
            <a:ext cx="8229240" cy="3977280"/>
          </a:xfrm>
          <a:prstGeom prst="rect">
            <a:avLst/>
          </a:prstGeom>
          <a:noFill/>
          <a:ln>
            <a:noFill/>
          </a:ln>
        </p:spPr>
        <p:txBody>
          <a:bodyPr spcFirstLastPara="1" wrap="square" lIns="0" tIns="0" rIns="0" bIns="0" anchor="t" anchorCtr="0">
            <a:norm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Tree>
  </p:cSld>
  <p:clrMap bg1="lt1" tx1="dk1" bg2="dk2" tx2="lt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5.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4.xml"/><Relationship Id="rId1" Type="http://schemas.openxmlformats.org/officeDocument/2006/relationships/slideLayout" Target="../slideLayouts/slideLayout25.xml"/><Relationship Id="rId5" Type="http://schemas.openxmlformats.org/officeDocument/2006/relationships/image" Target="../media/image6.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36.xml"/><Relationship Id="rId5" Type="http://schemas.openxmlformats.org/officeDocument/2006/relationships/image" Target="../media/image6.png"/><Relationship Id="rId4" Type="http://schemas.openxmlformats.org/officeDocument/2006/relationships/image" Target="../media/image7.jpg"/></Relationships>
</file>

<file path=ppt/slides/_rels/slide9.xml.rels><?xml version="1.0" encoding="UTF-8" standalone="yes"?>
<Relationships xmlns="http://schemas.openxmlformats.org/package/2006/relationships"><Relationship Id="rId3" Type="http://schemas.openxmlformats.org/officeDocument/2006/relationships/image" Target="../media/image7.jpg"/><Relationship Id="rId7"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7.jpg"/></Relationships>
</file>

<file path=ppt/slides/_rels/slide1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3.xml"/><Relationship Id="rId1" Type="http://schemas.openxmlformats.org/officeDocument/2006/relationships/slideLayout" Target="../slideLayouts/slideLayout48.xml"/><Relationship Id="rId5" Type="http://schemas.openxmlformats.org/officeDocument/2006/relationships/image" Target="../media/image6.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60.xml"/><Relationship Id="rId5" Type="http://schemas.openxmlformats.org/officeDocument/2006/relationships/image" Target="../media/image7.jp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6.xml"/><Relationship Id="rId1" Type="http://schemas.openxmlformats.org/officeDocument/2006/relationships/slideLayout" Target="../slideLayouts/slideLayout36.xml"/><Relationship Id="rId5" Type="http://schemas.openxmlformats.org/officeDocument/2006/relationships/image" Target="../media/image6.png"/><Relationship Id="rId4" Type="http://schemas.openxmlformats.org/officeDocument/2006/relationships/image" Target="../media/image19.jpg"/></Relationships>
</file>

<file path=ppt/slides/_rels/slide1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7.xml"/><Relationship Id="rId1" Type="http://schemas.openxmlformats.org/officeDocument/2006/relationships/slideLayout" Target="../slideLayouts/slideLayout13.xml"/><Relationship Id="rId6" Type="http://schemas.openxmlformats.org/officeDocument/2006/relationships/image" Target="../media/image6.png"/><Relationship Id="rId5" Type="http://schemas.openxmlformats.org/officeDocument/2006/relationships/image" Target="../media/image21.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9.xml"/><Relationship Id="rId1" Type="http://schemas.openxmlformats.org/officeDocument/2006/relationships/slideLayout" Target="../slideLayouts/slideLayout13.xml"/><Relationship Id="rId5" Type="http://schemas.openxmlformats.org/officeDocument/2006/relationships/image" Target="../media/image6.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image" Target="../media/image24.jpg"/><Relationship Id="rId7"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7.jpg"/></Relationships>
</file>

<file path=ppt/slides/_rels/slide2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2.xml"/><Relationship Id="rId1" Type="http://schemas.openxmlformats.org/officeDocument/2006/relationships/slideLayout" Target="../slideLayouts/slideLayout13.xml"/><Relationship Id="rId5" Type="http://schemas.openxmlformats.org/officeDocument/2006/relationships/image" Target="../media/image6.png"/><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3.xml"/><Relationship Id="rId1" Type="http://schemas.openxmlformats.org/officeDocument/2006/relationships/slideLayout" Target="../slideLayouts/slideLayout13.xml"/><Relationship Id="rId6" Type="http://schemas.openxmlformats.org/officeDocument/2006/relationships/image" Target="../media/image6.png"/><Relationship Id="rId5" Type="http://schemas.openxmlformats.org/officeDocument/2006/relationships/image" Target="../media/image28.png"/><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13.xml"/><Relationship Id="rId5" Type="http://schemas.openxmlformats.org/officeDocument/2006/relationships/image" Target="../media/image29.png"/><Relationship Id="rId4" Type="http://schemas.openxmlformats.org/officeDocument/2006/relationships/image" Target="../media/image7.jpg"/></Relationships>
</file>

<file path=ppt/slides/_rels/slide2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6.xml"/><Relationship Id="rId1" Type="http://schemas.openxmlformats.org/officeDocument/2006/relationships/slideLayout" Target="../slideLayouts/slideLayout13.xml"/><Relationship Id="rId5" Type="http://schemas.openxmlformats.org/officeDocument/2006/relationships/image" Target="../media/image6.png"/><Relationship Id="rId4" Type="http://schemas.openxmlformats.org/officeDocument/2006/relationships/image" Target="../media/image30.png"/></Relationships>
</file>

<file path=ppt/slides/_rels/slide2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7.xml"/><Relationship Id="rId1" Type="http://schemas.openxmlformats.org/officeDocument/2006/relationships/slideLayout" Target="../slideLayouts/slideLayout13.xml"/><Relationship Id="rId5" Type="http://schemas.openxmlformats.org/officeDocument/2006/relationships/image" Target="../media/image6.png"/><Relationship Id="rId4" Type="http://schemas.openxmlformats.org/officeDocument/2006/relationships/image" Target="../media/image31.png"/></Relationships>
</file>

<file path=ppt/slides/_rels/slide2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8.xml"/><Relationship Id="rId1" Type="http://schemas.openxmlformats.org/officeDocument/2006/relationships/slideLayout" Target="../slideLayouts/slideLayout13.xml"/><Relationship Id="rId5" Type="http://schemas.openxmlformats.org/officeDocument/2006/relationships/image" Target="../media/image6.png"/><Relationship Id="rId4" Type="http://schemas.openxmlformats.org/officeDocument/2006/relationships/image" Target="../media/image32.png"/></Relationships>
</file>

<file path=ppt/slides/_rels/slide2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33.png"/></Relationships>
</file>

<file path=ppt/slides/_rels/slide3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34.png"/></Relationships>
</file>

<file path=ppt/slides/_rels/slide3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31.xml"/><Relationship Id="rId1" Type="http://schemas.openxmlformats.org/officeDocument/2006/relationships/slideLayout" Target="../slideLayouts/slideLayout13.xml"/><Relationship Id="rId5" Type="http://schemas.openxmlformats.org/officeDocument/2006/relationships/image" Target="../media/image6.png"/><Relationship Id="rId4" Type="http://schemas.openxmlformats.org/officeDocument/2006/relationships/image" Target="../media/image35.png"/></Relationships>
</file>

<file path=ppt/slides/_rels/slide3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3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33.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3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4.xml"/><Relationship Id="rId1" Type="http://schemas.openxmlformats.org/officeDocument/2006/relationships/slideLayout" Target="../slideLayouts/slideLayout25.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91"/>
        <p:cNvGrpSpPr/>
        <p:nvPr/>
      </p:nvGrpSpPr>
      <p:grpSpPr>
        <a:xfrm>
          <a:off x="0" y="0"/>
          <a:ext cx="0" cy="0"/>
          <a:chOff x="0" y="0"/>
          <a:chExt cx="0" cy="0"/>
        </a:xfrm>
      </p:grpSpPr>
      <p:pic>
        <p:nvPicPr>
          <p:cNvPr id="792" name="Google Shape;792;p32"/>
          <p:cNvPicPr preferRelativeResize="0"/>
          <p:nvPr/>
        </p:nvPicPr>
        <p:blipFill rotWithShape="1">
          <a:blip r:embed="rId3">
            <a:alphaModFix/>
          </a:blip>
          <a:srcRect l="23738" r="14757"/>
          <a:stretch/>
        </p:blipFill>
        <p:spPr>
          <a:xfrm>
            <a:off x="680400" y="1320480"/>
            <a:ext cx="4214880" cy="4214880"/>
          </a:xfrm>
          <a:prstGeom prst="rect">
            <a:avLst/>
          </a:prstGeom>
          <a:noFill/>
          <a:ln>
            <a:noFill/>
          </a:ln>
        </p:spPr>
      </p:pic>
      <p:pic>
        <p:nvPicPr>
          <p:cNvPr id="793" name="Google Shape;793;p32"/>
          <p:cNvPicPr preferRelativeResize="0"/>
          <p:nvPr/>
        </p:nvPicPr>
        <p:blipFill rotWithShape="1">
          <a:blip r:embed="rId4">
            <a:alphaModFix/>
          </a:blip>
          <a:srcRect l="11094" r="13906"/>
          <a:stretch/>
        </p:blipFill>
        <p:spPr>
          <a:xfrm>
            <a:off x="4692600" y="1575000"/>
            <a:ext cx="3705480" cy="3705480"/>
          </a:xfrm>
          <a:prstGeom prst="rect">
            <a:avLst/>
          </a:prstGeom>
          <a:noFill/>
          <a:ln>
            <a:noFill/>
          </a:ln>
        </p:spPr>
      </p:pic>
    </p:spTree>
    <p:extLst>
      <p:ext uri="{BB962C8B-B14F-4D97-AF65-F5344CB8AC3E}">
        <p14:creationId xmlns:p14="http://schemas.microsoft.com/office/powerpoint/2010/main" val="3441377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Shape 331"/>
        <p:cNvGrpSpPr/>
        <p:nvPr/>
      </p:nvGrpSpPr>
      <p:grpSpPr>
        <a:xfrm>
          <a:off x="0" y="0"/>
          <a:ext cx="0" cy="0"/>
          <a:chOff x="0" y="0"/>
          <a:chExt cx="0" cy="0"/>
        </a:xfrm>
      </p:grpSpPr>
      <p:sp>
        <p:nvSpPr>
          <p:cNvPr id="332" name="Google Shape;332;p1"/>
          <p:cNvSpPr/>
          <p:nvPr/>
        </p:nvSpPr>
        <p:spPr>
          <a:xfrm>
            <a:off x="3296520" y="3324960"/>
            <a:ext cx="5844960" cy="1787760"/>
          </a:xfrm>
          <a:prstGeom prst="rect">
            <a:avLst/>
          </a:prstGeom>
          <a:noFill/>
          <a:ln>
            <a:noFill/>
          </a:ln>
        </p:spPr>
        <p:txBody>
          <a:bodyPr spcFirstLastPara="1" wrap="square" lIns="68750" tIns="34200" rIns="68750" bIns="34200" anchor="t" anchorCtr="0">
            <a:normAutofit/>
          </a:bodyPr>
          <a:lstStyle/>
          <a:p>
            <a:pPr>
              <a:lnSpc>
                <a:spcPct val="90000"/>
              </a:lnSpc>
            </a:pPr>
            <a:endParaRPr sz="1800" dirty="0"/>
          </a:p>
          <a:p>
            <a:pPr marL="685800" indent="-683280">
              <a:lnSpc>
                <a:spcPct val="150000"/>
              </a:lnSpc>
              <a:spcBef>
                <a:spcPts val="451"/>
              </a:spcBef>
              <a:buSzPts val="1800"/>
              <a:buFont typeface="Arial"/>
              <a:buAutoNum type="arabicPeriod"/>
            </a:pPr>
            <a:r>
              <a:rPr lang="en-IN" sz="1800" b="1" dirty="0"/>
              <a:t>We will go through the topics covered in MS Word session</a:t>
            </a:r>
            <a:endParaRPr sz="1800" dirty="0"/>
          </a:p>
          <a:p>
            <a:pPr marL="685800" indent="-683280">
              <a:lnSpc>
                <a:spcPct val="150000"/>
              </a:lnSpc>
              <a:spcBef>
                <a:spcPts val="451"/>
              </a:spcBef>
              <a:buSzPts val="1800"/>
              <a:buFont typeface="Arial"/>
              <a:buAutoNum type="arabicPeriod"/>
            </a:pPr>
            <a:r>
              <a:rPr lang="en-IN" sz="1800" b="1" dirty="0"/>
              <a:t>You will share your learnings from the same</a:t>
            </a:r>
            <a:endParaRPr sz="1800" dirty="0"/>
          </a:p>
          <a:p>
            <a:pPr>
              <a:lnSpc>
                <a:spcPct val="150000"/>
              </a:lnSpc>
              <a:spcBef>
                <a:spcPts val="451"/>
              </a:spcBef>
            </a:pPr>
            <a:endParaRPr sz="1800" dirty="0"/>
          </a:p>
        </p:txBody>
      </p:sp>
      <p:pic>
        <p:nvPicPr>
          <p:cNvPr id="333" name="Google Shape;333;p1" descr="Checklist RTL"/>
          <p:cNvPicPr preferRelativeResize="0"/>
          <p:nvPr/>
        </p:nvPicPr>
        <p:blipFill rotWithShape="1">
          <a:blip r:embed="rId3">
            <a:alphaModFix/>
          </a:blip>
          <a:srcRect/>
          <a:stretch/>
        </p:blipFill>
        <p:spPr>
          <a:xfrm>
            <a:off x="4945320" y="940320"/>
            <a:ext cx="1369080" cy="1369080"/>
          </a:xfrm>
          <a:prstGeom prst="rect">
            <a:avLst/>
          </a:prstGeom>
          <a:noFill/>
          <a:ln>
            <a:noFill/>
          </a:ln>
        </p:spPr>
      </p:pic>
      <p:pic>
        <p:nvPicPr>
          <p:cNvPr id="334" name="Google Shape;334;p1" descr="Marketing"/>
          <p:cNvPicPr preferRelativeResize="0"/>
          <p:nvPr/>
        </p:nvPicPr>
        <p:blipFill rotWithShape="1">
          <a:blip r:embed="rId4">
            <a:alphaModFix/>
          </a:blip>
          <a:srcRect/>
          <a:stretch/>
        </p:blipFill>
        <p:spPr>
          <a:xfrm>
            <a:off x="235800" y="2377440"/>
            <a:ext cx="2789640" cy="2789640"/>
          </a:xfrm>
          <a:prstGeom prst="rect">
            <a:avLst/>
          </a:prstGeom>
          <a:noFill/>
          <a:ln>
            <a:noFill/>
          </a:ln>
        </p:spPr>
      </p:pic>
      <p:pic>
        <p:nvPicPr>
          <p:cNvPr id="335" name="Google Shape;335;p1"/>
          <p:cNvPicPr preferRelativeResize="0"/>
          <p:nvPr/>
        </p:nvPicPr>
        <p:blipFill rotWithShape="1">
          <a:blip r:embed="rId5">
            <a:alphaModFix/>
          </a:blip>
          <a:srcRect/>
          <a:stretch/>
        </p:blipFill>
        <p:spPr>
          <a:xfrm>
            <a:off x="8242200" y="138240"/>
            <a:ext cx="728640" cy="483120"/>
          </a:xfrm>
          <a:prstGeom prst="rect">
            <a:avLst/>
          </a:prstGeom>
          <a:noFill/>
          <a:ln>
            <a:noFill/>
          </a:ln>
        </p:spPr>
      </p:pic>
      <p:sp>
        <p:nvSpPr>
          <p:cNvPr id="336" name="Google Shape;336;p1"/>
          <p:cNvSpPr/>
          <p:nvPr/>
        </p:nvSpPr>
        <p:spPr>
          <a:xfrm>
            <a:off x="3281760" y="2580480"/>
            <a:ext cx="5972400" cy="706432"/>
          </a:xfrm>
          <a:prstGeom prst="rect">
            <a:avLst/>
          </a:prstGeom>
          <a:noFill/>
          <a:ln>
            <a:noFill/>
          </a:ln>
        </p:spPr>
        <p:txBody>
          <a:bodyPr spcFirstLastPara="1" wrap="square" lIns="90000" tIns="45000" rIns="90000" bIns="45000" anchor="t" anchorCtr="0">
            <a:spAutoFit/>
          </a:bodyPr>
          <a:lstStyle/>
          <a:p>
            <a:r>
              <a:rPr lang="en-IN" sz="4000" b="1" dirty="0"/>
              <a:t>Let’s recap a bit</a:t>
            </a:r>
            <a:endParaRPr sz="4000" dirty="0"/>
          </a:p>
        </p:txBody>
      </p:sp>
      <p:pic>
        <p:nvPicPr>
          <p:cNvPr id="337" name="Google Shape;337;p1"/>
          <p:cNvPicPr preferRelativeResize="0"/>
          <p:nvPr/>
        </p:nvPicPr>
        <p:blipFill rotWithShape="1">
          <a:blip r:embed="rId6">
            <a:alphaModFix/>
          </a:blip>
          <a:srcRect l="9273" t="30771" r="9093" b="34965"/>
          <a:stretch/>
        </p:blipFill>
        <p:spPr>
          <a:xfrm>
            <a:off x="0" y="9302"/>
            <a:ext cx="1948200" cy="612600"/>
          </a:xfrm>
          <a:prstGeom prst="roundRect">
            <a:avLst>
              <a:gd name="adj" fmla="val 8594"/>
            </a:avLst>
          </a:prstGeom>
          <a:solidFill>
            <a:srgbClr val="ECECEC"/>
          </a:solidFill>
          <a:ln>
            <a:noFill/>
          </a:ln>
          <a:effectLst>
            <a:reflection stA="38000" endPos="28000" dist="5000" dir="5400000" fadeDir="5400012" sy="-100000" algn="bl" rotWithShape="0"/>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3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3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Shape 342"/>
        <p:cNvGrpSpPr/>
        <p:nvPr/>
      </p:nvGrpSpPr>
      <p:grpSpPr>
        <a:xfrm>
          <a:off x="0" y="0"/>
          <a:ext cx="0" cy="0"/>
          <a:chOff x="0" y="0"/>
          <a:chExt cx="0" cy="0"/>
        </a:xfrm>
      </p:grpSpPr>
      <p:pic>
        <p:nvPicPr>
          <p:cNvPr id="343" name="Google Shape;343;p2"/>
          <p:cNvPicPr preferRelativeResize="0"/>
          <p:nvPr/>
        </p:nvPicPr>
        <p:blipFill rotWithShape="1">
          <a:blip r:embed="rId3">
            <a:alphaModFix/>
          </a:blip>
          <a:srcRect l="23732" t="16973" r="14759" b="12401"/>
          <a:stretch/>
        </p:blipFill>
        <p:spPr>
          <a:xfrm>
            <a:off x="7835760" y="9360"/>
            <a:ext cx="1305720" cy="818640"/>
          </a:xfrm>
          <a:prstGeom prst="rect">
            <a:avLst/>
          </a:prstGeom>
          <a:noFill/>
          <a:ln>
            <a:noFill/>
          </a:ln>
        </p:spPr>
      </p:pic>
      <p:sp>
        <p:nvSpPr>
          <p:cNvPr id="344" name="Google Shape;344;p2"/>
          <p:cNvSpPr/>
          <p:nvPr/>
        </p:nvSpPr>
        <p:spPr>
          <a:xfrm>
            <a:off x="2588760" y="455042"/>
            <a:ext cx="4402080" cy="460211"/>
          </a:xfrm>
          <a:prstGeom prst="rect">
            <a:avLst/>
          </a:prstGeom>
          <a:noFill/>
          <a:ln>
            <a:noFill/>
          </a:ln>
        </p:spPr>
        <p:txBody>
          <a:bodyPr spcFirstLastPara="1" wrap="square" lIns="90000" tIns="45000" rIns="90000" bIns="45000" anchor="t" anchorCtr="0">
            <a:spAutoFit/>
          </a:bodyPr>
          <a:lstStyle/>
          <a:p>
            <a:pPr algn="ctr"/>
            <a:r>
              <a:rPr lang="en-IN" sz="2400" dirty="0">
                <a:solidFill>
                  <a:srgbClr val="2F5597"/>
                </a:solidFill>
              </a:rPr>
              <a:t>A Quick Recap</a:t>
            </a:r>
            <a:endParaRPr sz="2400" dirty="0"/>
          </a:p>
        </p:txBody>
      </p:sp>
      <p:grpSp>
        <p:nvGrpSpPr>
          <p:cNvPr id="345" name="Google Shape;345;p2"/>
          <p:cNvGrpSpPr/>
          <p:nvPr/>
        </p:nvGrpSpPr>
        <p:grpSpPr>
          <a:xfrm>
            <a:off x="411840" y="1456560"/>
            <a:ext cx="4662436" cy="4694048"/>
            <a:chOff x="0" y="0"/>
            <a:chExt cx="4662436" cy="4694048"/>
          </a:xfrm>
        </p:grpSpPr>
        <p:cxnSp>
          <p:nvCxnSpPr>
            <p:cNvPr id="346" name="Google Shape;346;p2"/>
            <p:cNvCxnSpPr/>
            <p:nvPr/>
          </p:nvCxnSpPr>
          <p:spPr>
            <a:xfrm>
              <a:off x="0" y="0"/>
              <a:ext cx="4662436" cy="0"/>
            </a:xfrm>
            <a:prstGeom prst="straightConnector1">
              <a:avLst/>
            </a:prstGeom>
            <a:solidFill>
              <a:schemeClr val="accent2"/>
            </a:solidFill>
            <a:ln w="25400" cap="flat" cmpd="sng">
              <a:solidFill>
                <a:schemeClr val="accent2"/>
              </a:solidFill>
              <a:prstDash val="solid"/>
              <a:miter lim="8000"/>
              <a:headEnd type="none" w="sm" len="sm"/>
              <a:tailEnd type="none" w="sm" len="sm"/>
            </a:ln>
          </p:spPr>
        </p:cxnSp>
        <p:sp>
          <p:nvSpPr>
            <p:cNvPr id="347" name="Google Shape;347;p2"/>
            <p:cNvSpPr/>
            <p:nvPr/>
          </p:nvSpPr>
          <p:spPr>
            <a:xfrm>
              <a:off x="0" y="0"/>
              <a:ext cx="4662436" cy="586756"/>
            </a:xfrm>
            <a:prstGeom prst="rect">
              <a:avLst/>
            </a:prstGeom>
            <a:noFill/>
            <a:ln>
              <a:noFill/>
            </a:ln>
          </p:spPr>
          <p:txBody>
            <a:bodyPr spcFirstLastPara="1" wrap="square" lIns="91425" tIns="91425" rIns="91425" bIns="91425" anchor="ctr" anchorCtr="0">
              <a:noAutofit/>
            </a:bodyPr>
            <a:lstStyle/>
            <a:p>
              <a:endParaRPr dirty="0"/>
            </a:p>
          </p:txBody>
        </p:sp>
        <p:sp>
          <p:nvSpPr>
            <p:cNvPr id="348" name="Google Shape;348;p2"/>
            <p:cNvSpPr txBox="1"/>
            <p:nvPr/>
          </p:nvSpPr>
          <p:spPr>
            <a:xfrm>
              <a:off x="0" y="0"/>
              <a:ext cx="4662436" cy="586756"/>
            </a:xfrm>
            <a:prstGeom prst="rect">
              <a:avLst/>
            </a:prstGeom>
            <a:noFill/>
            <a:ln>
              <a:noFill/>
            </a:ln>
          </p:spPr>
          <p:txBody>
            <a:bodyPr spcFirstLastPara="1" wrap="square" lIns="60950" tIns="60950" rIns="60950" bIns="60950" anchor="t" anchorCtr="0">
              <a:noAutofit/>
            </a:bodyPr>
            <a:lstStyle/>
            <a:p>
              <a:pPr>
                <a:lnSpc>
                  <a:spcPct val="90000"/>
                </a:lnSpc>
                <a:buSzPts val="1600"/>
              </a:pPr>
              <a:r>
                <a:rPr lang="en-IN" sz="1600" dirty="0"/>
                <a:t>Why word processing?</a:t>
              </a:r>
              <a:endParaRPr dirty="0"/>
            </a:p>
          </p:txBody>
        </p:sp>
        <p:cxnSp>
          <p:nvCxnSpPr>
            <p:cNvPr id="349" name="Google Shape;349;p2"/>
            <p:cNvCxnSpPr/>
            <p:nvPr/>
          </p:nvCxnSpPr>
          <p:spPr>
            <a:xfrm>
              <a:off x="0" y="586756"/>
              <a:ext cx="4662436" cy="0"/>
            </a:xfrm>
            <a:prstGeom prst="straightConnector1">
              <a:avLst/>
            </a:prstGeom>
            <a:solidFill>
              <a:schemeClr val="accent3"/>
            </a:solidFill>
            <a:ln w="25400" cap="flat" cmpd="sng">
              <a:solidFill>
                <a:schemeClr val="accent3"/>
              </a:solidFill>
              <a:prstDash val="solid"/>
              <a:miter lim="8000"/>
              <a:headEnd type="none" w="sm" len="sm"/>
              <a:tailEnd type="none" w="sm" len="sm"/>
            </a:ln>
          </p:spPr>
        </p:cxnSp>
        <p:sp>
          <p:nvSpPr>
            <p:cNvPr id="350" name="Google Shape;350;p2"/>
            <p:cNvSpPr/>
            <p:nvPr/>
          </p:nvSpPr>
          <p:spPr>
            <a:xfrm>
              <a:off x="0" y="586756"/>
              <a:ext cx="4662436" cy="586756"/>
            </a:xfrm>
            <a:prstGeom prst="rect">
              <a:avLst/>
            </a:prstGeom>
            <a:noFill/>
            <a:ln>
              <a:noFill/>
            </a:ln>
          </p:spPr>
          <p:txBody>
            <a:bodyPr spcFirstLastPara="1" wrap="square" lIns="91425" tIns="91425" rIns="91425" bIns="91425" anchor="ctr" anchorCtr="0">
              <a:noAutofit/>
            </a:bodyPr>
            <a:lstStyle/>
            <a:p>
              <a:endParaRPr dirty="0"/>
            </a:p>
          </p:txBody>
        </p:sp>
        <p:sp>
          <p:nvSpPr>
            <p:cNvPr id="351" name="Google Shape;351;p2"/>
            <p:cNvSpPr txBox="1"/>
            <p:nvPr/>
          </p:nvSpPr>
          <p:spPr>
            <a:xfrm>
              <a:off x="0" y="586756"/>
              <a:ext cx="4662436" cy="586756"/>
            </a:xfrm>
            <a:prstGeom prst="rect">
              <a:avLst/>
            </a:prstGeom>
            <a:noFill/>
            <a:ln>
              <a:noFill/>
            </a:ln>
          </p:spPr>
          <p:txBody>
            <a:bodyPr spcFirstLastPara="1" wrap="square" lIns="60950" tIns="60950" rIns="60950" bIns="60950" anchor="t" anchorCtr="0">
              <a:noAutofit/>
            </a:bodyPr>
            <a:lstStyle/>
            <a:p>
              <a:pPr>
                <a:lnSpc>
                  <a:spcPct val="90000"/>
                </a:lnSpc>
                <a:buSzPts val="1600"/>
              </a:pPr>
              <a:r>
                <a:rPr lang="en-IN" sz="1600" dirty="0"/>
                <a:t>Opening MS Word</a:t>
              </a:r>
              <a:endParaRPr dirty="0"/>
            </a:p>
          </p:txBody>
        </p:sp>
        <p:cxnSp>
          <p:nvCxnSpPr>
            <p:cNvPr id="352" name="Google Shape;352;p2"/>
            <p:cNvCxnSpPr/>
            <p:nvPr/>
          </p:nvCxnSpPr>
          <p:spPr>
            <a:xfrm>
              <a:off x="0" y="1173512"/>
              <a:ext cx="4662436" cy="0"/>
            </a:xfrm>
            <a:prstGeom prst="straightConnector1">
              <a:avLst/>
            </a:prstGeom>
            <a:solidFill>
              <a:schemeClr val="accent4"/>
            </a:solidFill>
            <a:ln w="25400" cap="flat" cmpd="sng">
              <a:solidFill>
                <a:schemeClr val="accent4"/>
              </a:solidFill>
              <a:prstDash val="solid"/>
              <a:miter lim="8000"/>
              <a:headEnd type="none" w="sm" len="sm"/>
              <a:tailEnd type="none" w="sm" len="sm"/>
            </a:ln>
          </p:spPr>
        </p:cxnSp>
        <p:sp>
          <p:nvSpPr>
            <p:cNvPr id="353" name="Google Shape;353;p2"/>
            <p:cNvSpPr/>
            <p:nvPr/>
          </p:nvSpPr>
          <p:spPr>
            <a:xfrm>
              <a:off x="0" y="1173512"/>
              <a:ext cx="4662436" cy="586756"/>
            </a:xfrm>
            <a:prstGeom prst="rect">
              <a:avLst/>
            </a:prstGeom>
            <a:noFill/>
            <a:ln>
              <a:noFill/>
            </a:ln>
          </p:spPr>
          <p:txBody>
            <a:bodyPr spcFirstLastPara="1" wrap="square" lIns="91425" tIns="91425" rIns="91425" bIns="91425" anchor="ctr" anchorCtr="0">
              <a:noAutofit/>
            </a:bodyPr>
            <a:lstStyle/>
            <a:p>
              <a:endParaRPr dirty="0"/>
            </a:p>
          </p:txBody>
        </p:sp>
        <p:sp>
          <p:nvSpPr>
            <p:cNvPr id="354" name="Google Shape;354;p2"/>
            <p:cNvSpPr txBox="1"/>
            <p:nvPr/>
          </p:nvSpPr>
          <p:spPr>
            <a:xfrm>
              <a:off x="0" y="1173512"/>
              <a:ext cx="4662436" cy="586756"/>
            </a:xfrm>
            <a:prstGeom prst="rect">
              <a:avLst/>
            </a:prstGeom>
            <a:noFill/>
            <a:ln>
              <a:noFill/>
            </a:ln>
          </p:spPr>
          <p:txBody>
            <a:bodyPr spcFirstLastPara="1" wrap="square" lIns="60950" tIns="60950" rIns="60950" bIns="60950" anchor="t" anchorCtr="0">
              <a:noAutofit/>
            </a:bodyPr>
            <a:lstStyle/>
            <a:p>
              <a:pPr>
                <a:lnSpc>
                  <a:spcPct val="90000"/>
                </a:lnSpc>
                <a:buSzPts val="1600"/>
              </a:pPr>
              <a:r>
                <a:rPr lang="en-IN" sz="1600" dirty="0"/>
                <a:t>Introduction to Word interface</a:t>
              </a:r>
              <a:endParaRPr sz="1600" dirty="0"/>
            </a:p>
          </p:txBody>
        </p:sp>
        <p:cxnSp>
          <p:nvCxnSpPr>
            <p:cNvPr id="355" name="Google Shape;355;p2"/>
            <p:cNvCxnSpPr/>
            <p:nvPr/>
          </p:nvCxnSpPr>
          <p:spPr>
            <a:xfrm>
              <a:off x="0" y="1760268"/>
              <a:ext cx="4662436" cy="0"/>
            </a:xfrm>
            <a:prstGeom prst="straightConnector1">
              <a:avLst/>
            </a:prstGeom>
            <a:solidFill>
              <a:srgbClr val="599BD5"/>
            </a:solidFill>
            <a:ln w="25400" cap="flat" cmpd="sng">
              <a:solidFill>
                <a:srgbClr val="599BD5"/>
              </a:solidFill>
              <a:prstDash val="solid"/>
              <a:miter lim="8000"/>
              <a:headEnd type="none" w="sm" len="sm"/>
              <a:tailEnd type="none" w="sm" len="sm"/>
            </a:ln>
          </p:spPr>
        </p:cxnSp>
        <p:sp>
          <p:nvSpPr>
            <p:cNvPr id="356" name="Google Shape;356;p2"/>
            <p:cNvSpPr/>
            <p:nvPr/>
          </p:nvSpPr>
          <p:spPr>
            <a:xfrm>
              <a:off x="0" y="1760268"/>
              <a:ext cx="4662436" cy="586756"/>
            </a:xfrm>
            <a:prstGeom prst="rect">
              <a:avLst/>
            </a:prstGeom>
            <a:noFill/>
            <a:ln>
              <a:noFill/>
            </a:ln>
          </p:spPr>
          <p:txBody>
            <a:bodyPr spcFirstLastPara="1" wrap="square" lIns="91425" tIns="91425" rIns="91425" bIns="91425" anchor="ctr" anchorCtr="0">
              <a:noAutofit/>
            </a:bodyPr>
            <a:lstStyle/>
            <a:p>
              <a:endParaRPr dirty="0"/>
            </a:p>
          </p:txBody>
        </p:sp>
        <p:sp>
          <p:nvSpPr>
            <p:cNvPr id="357" name="Google Shape;357;p2"/>
            <p:cNvSpPr txBox="1"/>
            <p:nvPr/>
          </p:nvSpPr>
          <p:spPr>
            <a:xfrm>
              <a:off x="0" y="1760268"/>
              <a:ext cx="4662436" cy="586756"/>
            </a:xfrm>
            <a:prstGeom prst="rect">
              <a:avLst/>
            </a:prstGeom>
            <a:noFill/>
            <a:ln>
              <a:noFill/>
            </a:ln>
          </p:spPr>
          <p:txBody>
            <a:bodyPr spcFirstLastPara="1" wrap="square" lIns="60950" tIns="60950" rIns="60950" bIns="60950" anchor="t" anchorCtr="0">
              <a:noAutofit/>
            </a:bodyPr>
            <a:lstStyle/>
            <a:p>
              <a:pPr>
                <a:lnSpc>
                  <a:spcPct val="90000"/>
                </a:lnSpc>
                <a:buSzPts val="1600"/>
              </a:pPr>
              <a:r>
                <a:rPr lang="en-IN" sz="1600" dirty="0"/>
                <a:t>Saving a document</a:t>
              </a:r>
              <a:endParaRPr sz="1600" dirty="0"/>
            </a:p>
          </p:txBody>
        </p:sp>
        <p:cxnSp>
          <p:nvCxnSpPr>
            <p:cNvPr id="358" name="Google Shape;358;p2"/>
            <p:cNvCxnSpPr/>
            <p:nvPr/>
          </p:nvCxnSpPr>
          <p:spPr>
            <a:xfrm>
              <a:off x="0" y="2347024"/>
              <a:ext cx="4662436" cy="0"/>
            </a:xfrm>
            <a:prstGeom prst="straightConnector1">
              <a:avLst/>
            </a:prstGeom>
            <a:solidFill>
              <a:schemeClr val="accent6"/>
            </a:solidFill>
            <a:ln w="25400" cap="flat" cmpd="sng">
              <a:solidFill>
                <a:schemeClr val="accent6"/>
              </a:solidFill>
              <a:prstDash val="solid"/>
              <a:miter lim="8000"/>
              <a:headEnd type="none" w="sm" len="sm"/>
              <a:tailEnd type="none" w="sm" len="sm"/>
            </a:ln>
          </p:spPr>
        </p:cxnSp>
        <p:sp>
          <p:nvSpPr>
            <p:cNvPr id="359" name="Google Shape;359;p2"/>
            <p:cNvSpPr/>
            <p:nvPr/>
          </p:nvSpPr>
          <p:spPr>
            <a:xfrm>
              <a:off x="0" y="2347024"/>
              <a:ext cx="4662436" cy="586756"/>
            </a:xfrm>
            <a:prstGeom prst="rect">
              <a:avLst/>
            </a:prstGeom>
            <a:noFill/>
            <a:ln>
              <a:noFill/>
            </a:ln>
          </p:spPr>
          <p:txBody>
            <a:bodyPr spcFirstLastPara="1" wrap="square" lIns="91425" tIns="91425" rIns="91425" bIns="91425" anchor="ctr" anchorCtr="0">
              <a:noAutofit/>
            </a:bodyPr>
            <a:lstStyle/>
            <a:p>
              <a:endParaRPr dirty="0"/>
            </a:p>
          </p:txBody>
        </p:sp>
        <p:sp>
          <p:nvSpPr>
            <p:cNvPr id="360" name="Google Shape;360;p2"/>
            <p:cNvSpPr txBox="1"/>
            <p:nvPr/>
          </p:nvSpPr>
          <p:spPr>
            <a:xfrm>
              <a:off x="0" y="2347024"/>
              <a:ext cx="4662436" cy="586756"/>
            </a:xfrm>
            <a:prstGeom prst="rect">
              <a:avLst/>
            </a:prstGeom>
            <a:noFill/>
            <a:ln>
              <a:noFill/>
            </a:ln>
          </p:spPr>
          <p:txBody>
            <a:bodyPr spcFirstLastPara="1" wrap="square" lIns="60950" tIns="60950" rIns="60950" bIns="60950" anchor="t" anchorCtr="0">
              <a:noAutofit/>
            </a:bodyPr>
            <a:lstStyle/>
            <a:p>
              <a:pPr>
                <a:lnSpc>
                  <a:spcPct val="90000"/>
                </a:lnSpc>
                <a:buSzPts val="1600"/>
              </a:pPr>
              <a:r>
                <a:rPr lang="en-IN" sz="1600" dirty="0"/>
                <a:t>Entering &amp; Editing – Ruler, Paragraph icon, Spelling &amp; Grammar, Find &amp; Replace, Clipboard</a:t>
              </a:r>
              <a:endParaRPr sz="1600" dirty="0"/>
            </a:p>
          </p:txBody>
        </p:sp>
        <p:cxnSp>
          <p:nvCxnSpPr>
            <p:cNvPr id="361" name="Google Shape;361;p2"/>
            <p:cNvCxnSpPr/>
            <p:nvPr/>
          </p:nvCxnSpPr>
          <p:spPr>
            <a:xfrm>
              <a:off x="0" y="2933780"/>
              <a:ext cx="4662436" cy="0"/>
            </a:xfrm>
            <a:prstGeom prst="straightConnector1">
              <a:avLst/>
            </a:prstGeom>
            <a:solidFill>
              <a:schemeClr val="accent2"/>
            </a:solidFill>
            <a:ln w="25400" cap="flat" cmpd="sng">
              <a:solidFill>
                <a:schemeClr val="accent2"/>
              </a:solidFill>
              <a:prstDash val="solid"/>
              <a:miter lim="8000"/>
              <a:headEnd type="none" w="sm" len="sm"/>
              <a:tailEnd type="none" w="sm" len="sm"/>
            </a:ln>
          </p:spPr>
        </p:cxnSp>
        <p:sp>
          <p:nvSpPr>
            <p:cNvPr id="362" name="Google Shape;362;p2"/>
            <p:cNvSpPr/>
            <p:nvPr/>
          </p:nvSpPr>
          <p:spPr>
            <a:xfrm>
              <a:off x="0" y="2933780"/>
              <a:ext cx="4662436" cy="586756"/>
            </a:xfrm>
            <a:prstGeom prst="rect">
              <a:avLst/>
            </a:prstGeom>
            <a:noFill/>
            <a:ln>
              <a:noFill/>
            </a:ln>
          </p:spPr>
          <p:txBody>
            <a:bodyPr spcFirstLastPara="1" wrap="square" lIns="91425" tIns="91425" rIns="91425" bIns="91425" anchor="ctr" anchorCtr="0">
              <a:noAutofit/>
            </a:bodyPr>
            <a:lstStyle/>
            <a:p>
              <a:endParaRPr dirty="0"/>
            </a:p>
          </p:txBody>
        </p:sp>
        <p:sp>
          <p:nvSpPr>
            <p:cNvPr id="363" name="Google Shape;363;p2"/>
            <p:cNvSpPr txBox="1"/>
            <p:nvPr/>
          </p:nvSpPr>
          <p:spPr>
            <a:xfrm>
              <a:off x="0" y="2933780"/>
              <a:ext cx="4662436" cy="586756"/>
            </a:xfrm>
            <a:prstGeom prst="rect">
              <a:avLst/>
            </a:prstGeom>
            <a:noFill/>
            <a:ln>
              <a:noFill/>
            </a:ln>
          </p:spPr>
          <p:txBody>
            <a:bodyPr spcFirstLastPara="1" wrap="square" lIns="60950" tIns="60950" rIns="60950" bIns="60950" anchor="t" anchorCtr="0">
              <a:noAutofit/>
            </a:bodyPr>
            <a:lstStyle/>
            <a:p>
              <a:pPr>
                <a:lnSpc>
                  <a:spcPct val="90000"/>
                </a:lnSpc>
                <a:buSzPts val="1600"/>
              </a:pPr>
              <a:r>
                <a:rPr lang="en-IN" sz="1600" dirty="0"/>
                <a:t>Formatting text – Font, Paragraph, Styles</a:t>
              </a:r>
              <a:endParaRPr sz="1600" dirty="0"/>
            </a:p>
          </p:txBody>
        </p:sp>
        <p:cxnSp>
          <p:nvCxnSpPr>
            <p:cNvPr id="364" name="Google Shape;364;p2"/>
            <p:cNvCxnSpPr/>
            <p:nvPr/>
          </p:nvCxnSpPr>
          <p:spPr>
            <a:xfrm>
              <a:off x="0" y="3520536"/>
              <a:ext cx="4662436" cy="0"/>
            </a:xfrm>
            <a:prstGeom prst="straightConnector1">
              <a:avLst/>
            </a:prstGeom>
            <a:solidFill>
              <a:schemeClr val="accent3"/>
            </a:solidFill>
            <a:ln w="25400" cap="flat" cmpd="sng">
              <a:solidFill>
                <a:schemeClr val="accent3"/>
              </a:solidFill>
              <a:prstDash val="solid"/>
              <a:miter lim="8000"/>
              <a:headEnd type="none" w="sm" len="sm"/>
              <a:tailEnd type="none" w="sm" len="sm"/>
            </a:ln>
          </p:spPr>
        </p:cxnSp>
        <p:sp>
          <p:nvSpPr>
            <p:cNvPr id="365" name="Google Shape;365;p2"/>
            <p:cNvSpPr/>
            <p:nvPr/>
          </p:nvSpPr>
          <p:spPr>
            <a:xfrm>
              <a:off x="0" y="3520536"/>
              <a:ext cx="4662436" cy="586756"/>
            </a:xfrm>
            <a:prstGeom prst="rect">
              <a:avLst/>
            </a:prstGeom>
            <a:noFill/>
            <a:ln>
              <a:noFill/>
            </a:ln>
          </p:spPr>
          <p:txBody>
            <a:bodyPr spcFirstLastPara="1" wrap="square" lIns="91425" tIns="91425" rIns="91425" bIns="91425" anchor="ctr" anchorCtr="0">
              <a:noAutofit/>
            </a:bodyPr>
            <a:lstStyle/>
            <a:p>
              <a:endParaRPr dirty="0"/>
            </a:p>
          </p:txBody>
        </p:sp>
        <p:sp>
          <p:nvSpPr>
            <p:cNvPr id="366" name="Google Shape;366;p2"/>
            <p:cNvSpPr txBox="1"/>
            <p:nvPr/>
          </p:nvSpPr>
          <p:spPr>
            <a:xfrm>
              <a:off x="0" y="3520536"/>
              <a:ext cx="4662436" cy="586756"/>
            </a:xfrm>
            <a:prstGeom prst="rect">
              <a:avLst/>
            </a:prstGeom>
            <a:noFill/>
            <a:ln>
              <a:noFill/>
            </a:ln>
          </p:spPr>
          <p:txBody>
            <a:bodyPr spcFirstLastPara="1" wrap="square" lIns="60950" tIns="60950" rIns="60950" bIns="60950" anchor="t" anchorCtr="0">
              <a:noAutofit/>
            </a:bodyPr>
            <a:lstStyle/>
            <a:p>
              <a:pPr>
                <a:lnSpc>
                  <a:spcPct val="90000"/>
                </a:lnSpc>
                <a:buSzPts val="1600"/>
              </a:pPr>
              <a:r>
                <a:rPr lang="en-IN" sz="1600" dirty="0"/>
                <a:t>Page Setup – Margins, Orientation, Breaks</a:t>
              </a:r>
              <a:endParaRPr sz="1600" dirty="0"/>
            </a:p>
          </p:txBody>
        </p:sp>
        <p:cxnSp>
          <p:nvCxnSpPr>
            <p:cNvPr id="367" name="Google Shape;367;p2"/>
            <p:cNvCxnSpPr/>
            <p:nvPr/>
          </p:nvCxnSpPr>
          <p:spPr>
            <a:xfrm>
              <a:off x="0" y="4107292"/>
              <a:ext cx="4662436" cy="0"/>
            </a:xfrm>
            <a:prstGeom prst="straightConnector1">
              <a:avLst/>
            </a:prstGeom>
            <a:solidFill>
              <a:schemeClr val="accent4"/>
            </a:solidFill>
            <a:ln w="25400" cap="flat" cmpd="sng">
              <a:solidFill>
                <a:schemeClr val="accent4"/>
              </a:solidFill>
              <a:prstDash val="solid"/>
              <a:miter lim="8000"/>
              <a:headEnd type="none" w="sm" len="sm"/>
              <a:tailEnd type="none" w="sm" len="sm"/>
            </a:ln>
          </p:spPr>
        </p:cxnSp>
        <p:sp>
          <p:nvSpPr>
            <p:cNvPr id="368" name="Google Shape;368;p2"/>
            <p:cNvSpPr/>
            <p:nvPr/>
          </p:nvSpPr>
          <p:spPr>
            <a:xfrm>
              <a:off x="0" y="4107292"/>
              <a:ext cx="4662436" cy="586756"/>
            </a:xfrm>
            <a:prstGeom prst="rect">
              <a:avLst/>
            </a:prstGeom>
            <a:noFill/>
            <a:ln>
              <a:noFill/>
            </a:ln>
          </p:spPr>
          <p:txBody>
            <a:bodyPr spcFirstLastPara="1" wrap="square" lIns="91425" tIns="91425" rIns="91425" bIns="91425" anchor="ctr" anchorCtr="0">
              <a:noAutofit/>
            </a:bodyPr>
            <a:lstStyle/>
            <a:p>
              <a:endParaRPr dirty="0"/>
            </a:p>
          </p:txBody>
        </p:sp>
        <p:sp>
          <p:nvSpPr>
            <p:cNvPr id="369" name="Google Shape;369;p2"/>
            <p:cNvSpPr txBox="1"/>
            <p:nvPr/>
          </p:nvSpPr>
          <p:spPr>
            <a:xfrm>
              <a:off x="0" y="4107292"/>
              <a:ext cx="4662436" cy="586756"/>
            </a:xfrm>
            <a:prstGeom prst="rect">
              <a:avLst/>
            </a:prstGeom>
            <a:noFill/>
            <a:ln>
              <a:noFill/>
            </a:ln>
          </p:spPr>
          <p:txBody>
            <a:bodyPr spcFirstLastPara="1" wrap="square" lIns="60950" tIns="60950" rIns="60950" bIns="60950" anchor="t" anchorCtr="0">
              <a:noAutofit/>
            </a:bodyPr>
            <a:lstStyle/>
            <a:p>
              <a:pPr>
                <a:lnSpc>
                  <a:spcPct val="90000"/>
                </a:lnSpc>
                <a:buSzPts val="1600"/>
              </a:pPr>
              <a:r>
                <a:rPr lang="en-IN" sz="1600" dirty="0"/>
                <a:t>Insert – Pictures, text box, Tables – table manipulation</a:t>
              </a:r>
              <a:endParaRPr sz="1600" dirty="0"/>
            </a:p>
          </p:txBody>
        </p:sp>
      </p:grpSp>
      <p:sp>
        <p:nvSpPr>
          <p:cNvPr id="370" name="Google Shape;370;p2"/>
          <p:cNvSpPr/>
          <p:nvPr/>
        </p:nvSpPr>
        <p:spPr>
          <a:xfrm>
            <a:off x="5345640" y="1443960"/>
            <a:ext cx="3584880" cy="2860868"/>
          </a:xfrm>
          <a:prstGeom prst="rect">
            <a:avLst/>
          </a:prstGeom>
          <a:noFill/>
          <a:ln>
            <a:noFill/>
          </a:ln>
        </p:spPr>
        <p:txBody>
          <a:bodyPr spcFirstLastPara="1" wrap="square" lIns="90000" tIns="45000" rIns="90000" bIns="45000" anchor="t" anchorCtr="0">
            <a:spAutoFit/>
          </a:bodyPr>
          <a:lstStyle/>
          <a:p>
            <a:r>
              <a:rPr lang="en-IN" sz="1800" b="1" dirty="0"/>
              <a:t>Key learnings:</a:t>
            </a:r>
            <a:endParaRPr sz="1800" dirty="0"/>
          </a:p>
          <a:p>
            <a:endParaRPr sz="1800" dirty="0"/>
          </a:p>
          <a:p>
            <a:pPr marL="285840" indent="-283320">
              <a:buSzPts val="1800"/>
              <a:buFont typeface="Arial"/>
              <a:buChar char="•"/>
            </a:pPr>
            <a:r>
              <a:rPr lang="en-IN" sz="1800" dirty="0">
                <a:latin typeface="Calibri"/>
                <a:ea typeface="Calibri"/>
                <a:cs typeface="Calibri"/>
                <a:sym typeface="Calibri"/>
              </a:rPr>
              <a:t>Understanding the connection between the task &amp; the respective operating path in the ribbon</a:t>
            </a:r>
            <a:endParaRPr sz="1800" dirty="0"/>
          </a:p>
          <a:p>
            <a:endParaRPr sz="1800" dirty="0"/>
          </a:p>
          <a:p>
            <a:pPr marL="285840" indent="-283320">
              <a:buSzPts val="1800"/>
              <a:buFont typeface="Arial"/>
              <a:buChar char="•"/>
            </a:pPr>
            <a:r>
              <a:rPr lang="en-IN" sz="1800" dirty="0">
                <a:latin typeface="Calibri"/>
                <a:ea typeface="Calibri"/>
                <a:cs typeface="Calibri"/>
                <a:sym typeface="Calibri"/>
              </a:rPr>
              <a:t>Figuring out the steps to be taken to perform a task</a:t>
            </a:r>
            <a:endParaRPr sz="1800" dirty="0"/>
          </a:p>
          <a:p>
            <a:endParaRPr sz="1800" dirty="0"/>
          </a:p>
        </p:txBody>
      </p:sp>
      <p:pic>
        <p:nvPicPr>
          <p:cNvPr id="371" name="Google Shape;371;p2"/>
          <p:cNvPicPr preferRelativeResize="0"/>
          <p:nvPr/>
        </p:nvPicPr>
        <p:blipFill rotWithShape="1">
          <a:blip r:embed="rId4">
            <a:alphaModFix/>
          </a:blip>
          <a:srcRect l="9273" t="30771" r="9093" b="34965"/>
          <a:stretch/>
        </p:blipFill>
        <p:spPr>
          <a:xfrm>
            <a:off x="0" y="9302"/>
            <a:ext cx="1948200" cy="612600"/>
          </a:xfrm>
          <a:prstGeom prst="roundRect">
            <a:avLst>
              <a:gd name="adj" fmla="val 8594"/>
            </a:avLst>
          </a:prstGeom>
          <a:solidFill>
            <a:srgbClr val="ECECEC"/>
          </a:solidFill>
          <a:ln>
            <a:noFill/>
          </a:ln>
          <a:effectLst>
            <a:reflection stA="38000" endPos="28000" dist="5000" dir="5400000" fadeDir="5400012" sy="-100000" algn="bl" rotWithShape="0"/>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3"/>
          <p:cNvSpPr/>
          <p:nvPr/>
        </p:nvSpPr>
        <p:spPr>
          <a:xfrm>
            <a:off x="198000" y="942480"/>
            <a:ext cx="8562240" cy="1550880"/>
          </a:xfrm>
          <a:prstGeom prst="rect">
            <a:avLst/>
          </a:prstGeom>
          <a:noFill/>
          <a:ln>
            <a:noFill/>
          </a:ln>
        </p:spPr>
        <p:txBody>
          <a:bodyPr spcFirstLastPara="1" wrap="square" lIns="90000" tIns="45000" rIns="90000" bIns="45000" anchor="b" anchorCtr="0">
            <a:normAutofit/>
          </a:bodyPr>
          <a:lstStyle/>
          <a:p>
            <a:pPr algn="ctr">
              <a:lnSpc>
                <a:spcPct val="90000"/>
              </a:lnSpc>
            </a:pPr>
            <a:r>
              <a:rPr lang="en-IN" sz="4500" b="1" dirty="0">
                <a:solidFill>
                  <a:srgbClr val="2F5496"/>
                </a:solidFill>
                <a:latin typeface="Calibri"/>
                <a:ea typeface="Calibri"/>
                <a:cs typeface="Calibri"/>
                <a:sym typeface="Calibri"/>
              </a:rPr>
              <a:t>Introduction to </a:t>
            </a:r>
            <a:br>
              <a:rPr lang="en-IN" sz="1800" dirty="0"/>
            </a:br>
            <a:r>
              <a:rPr lang="en-IN" sz="4500" b="1" dirty="0">
                <a:solidFill>
                  <a:srgbClr val="2F5496"/>
                </a:solidFill>
                <a:latin typeface="Calibri"/>
                <a:ea typeface="Calibri"/>
                <a:cs typeface="Calibri"/>
                <a:sym typeface="Calibri"/>
              </a:rPr>
              <a:t>MS PowerPoint </a:t>
            </a:r>
            <a:endParaRPr sz="4500" dirty="0"/>
          </a:p>
        </p:txBody>
      </p:sp>
      <p:pic>
        <p:nvPicPr>
          <p:cNvPr id="378" name="Google Shape;378;p3"/>
          <p:cNvPicPr preferRelativeResize="0"/>
          <p:nvPr/>
        </p:nvPicPr>
        <p:blipFill rotWithShape="1">
          <a:blip r:embed="rId3">
            <a:alphaModFix/>
          </a:blip>
          <a:srcRect l="23732" t="16973" r="14759" b="12401"/>
          <a:stretch/>
        </p:blipFill>
        <p:spPr>
          <a:xfrm>
            <a:off x="7835760" y="19080"/>
            <a:ext cx="1305720" cy="921240"/>
          </a:xfrm>
          <a:prstGeom prst="rect">
            <a:avLst/>
          </a:prstGeom>
          <a:noFill/>
          <a:ln>
            <a:noFill/>
          </a:ln>
        </p:spPr>
      </p:pic>
      <p:pic>
        <p:nvPicPr>
          <p:cNvPr id="379" name="Google Shape;379;p3"/>
          <p:cNvPicPr preferRelativeResize="0"/>
          <p:nvPr/>
        </p:nvPicPr>
        <p:blipFill rotWithShape="1">
          <a:blip r:embed="rId4">
            <a:alphaModFix/>
          </a:blip>
          <a:srcRect/>
          <a:stretch/>
        </p:blipFill>
        <p:spPr>
          <a:xfrm>
            <a:off x="2952720" y="2914200"/>
            <a:ext cx="3236040" cy="3236040"/>
          </a:xfrm>
          <a:prstGeom prst="rect">
            <a:avLst/>
          </a:prstGeom>
          <a:noFill/>
          <a:ln>
            <a:noFill/>
          </a:ln>
        </p:spPr>
      </p:pic>
      <p:pic>
        <p:nvPicPr>
          <p:cNvPr id="380" name="Google Shape;380;p3"/>
          <p:cNvPicPr preferRelativeResize="0"/>
          <p:nvPr/>
        </p:nvPicPr>
        <p:blipFill rotWithShape="1">
          <a:blip r:embed="rId5">
            <a:alphaModFix/>
          </a:blip>
          <a:srcRect l="9273" t="30771" r="9093" b="34965"/>
          <a:stretch/>
        </p:blipFill>
        <p:spPr>
          <a:xfrm>
            <a:off x="0" y="9302"/>
            <a:ext cx="1948200" cy="612600"/>
          </a:xfrm>
          <a:prstGeom prst="roundRect">
            <a:avLst>
              <a:gd name="adj" fmla="val 8594"/>
            </a:avLst>
          </a:prstGeom>
          <a:solidFill>
            <a:srgbClr val="ECECEC"/>
          </a:solidFill>
          <a:ln>
            <a:noFill/>
          </a:ln>
          <a:effectLst>
            <a:reflection stA="38000" endPos="28000" dist="5000" dir="5400000" fadeDir="5400012" sy="-100000" algn="bl" rotWithShape="0"/>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4"/>
          <p:cNvSpPr/>
          <p:nvPr/>
        </p:nvSpPr>
        <p:spPr>
          <a:xfrm>
            <a:off x="603360" y="585720"/>
            <a:ext cx="7884360" cy="1323000"/>
          </a:xfrm>
          <a:prstGeom prst="rect">
            <a:avLst/>
          </a:prstGeom>
          <a:noFill/>
          <a:ln>
            <a:noFill/>
          </a:ln>
        </p:spPr>
        <p:txBody>
          <a:bodyPr spcFirstLastPara="1" wrap="square" lIns="90000" tIns="45000" rIns="90000" bIns="45000" anchor="ctr" anchorCtr="0">
            <a:normAutofit/>
          </a:bodyPr>
          <a:lstStyle/>
          <a:p>
            <a:pPr>
              <a:lnSpc>
                <a:spcPct val="90000"/>
              </a:lnSpc>
            </a:pPr>
            <a:r>
              <a:rPr lang="en-IN" sz="4000" dirty="0">
                <a:solidFill>
                  <a:srgbClr val="2F5496"/>
                </a:solidFill>
                <a:latin typeface="Libre Baskerville"/>
                <a:ea typeface="Libre Baskerville"/>
                <a:cs typeface="Libre Baskerville"/>
                <a:sym typeface="Libre Baskerville"/>
              </a:rPr>
              <a:t>Why Presentation Program?</a:t>
            </a:r>
            <a:endParaRPr sz="4000" dirty="0"/>
          </a:p>
        </p:txBody>
      </p:sp>
      <p:sp>
        <p:nvSpPr>
          <p:cNvPr id="387" name="Google Shape;387;p4"/>
          <p:cNvSpPr/>
          <p:nvPr/>
        </p:nvSpPr>
        <p:spPr>
          <a:xfrm>
            <a:off x="628560" y="1825560"/>
            <a:ext cx="7884360" cy="4348800"/>
          </a:xfrm>
          <a:prstGeom prst="rect">
            <a:avLst/>
          </a:prstGeom>
          <a:noFill/>
          <a:ln>
            <a:noFill/>
          </a:ln>
        </p:spPr>
        <p:txBody>
          <a:bodyPr spcFirstLastPara="1" wrap="square" lIns="90000" tIns="45000" rIns="90000" bIns="45000" anchor="t" anchorCtr="0">
            <a:normAutofit/>
          </a:bodyPr>
          <a:lstStyle/>
          <a:p>
            <a:pPr marL="171360" indent="-168840">
              <a:lnSpc>
                <a:spcPct val="90000"/>
              </a:lnSpc>
              <a:buSzPts val="1974"/>
              <a:buFont typeface="Arial"/>
              <a:buChar char="•"/>
            </a:pPr>
            <a:r>
              <a:rPr lang="en-IN" sz="1974" dirty="0">
                <a:latin typeface="Calibri"/>
                <a:ea typeface="Calibri"/>
                <a:cs typeface="Calibri"/>
                <a:sym typeface="Calibri"/>
              </a:rPr>
              <a:t>The objective of any exhibition is to make the message understood and remembered by others. An electronic presentation program is created to help us build such exhibitions effectively. It enables us to use pictures/charts/graphics, music or videos to achieve that task. </a:t>
            </a:r>
            <a:endParaRPr sz="1974" dirty="0"/>
          </a:p>
          <a:p>
            <a:pPr marL="171360" indent="-168840">
              <a:lnSpc>
                <a:spcPct val="90000"/>
              </a:lnSpc>
              <a:spcBef>
                <a:spcPts val="751"/>
              </a:spcBef>
              <a:buSzPts val="1974"/>
              <a:buFont typeface="Arial"/>
              <a:buChar char="•"/>
            </a:pPr>
            <a:r>
              <a:rPr lang="en-IN" sz="1974" dirty="0">
                <a:latin typeface="Calibri"/>
                <a:ea typeface="Calibri"/>
                <a:cs typeface="Calibri"/>
                <a:sym typeface="Calibri"/>
              </a:rPr>
              <a:t>A commonly used presentation program is Microsoft PowerPoint, although there are alternatives such as OpenOffice.org, Impress, Corel Presentations and Apple's Keynote. We shall cover the most common one among these.</a:t>
            </a:r>
            <a:endParaRPr sz="1974" dirty="0"/>
          </a:p>
          <a:p>
            <a:pPr marL="171360" indent="-168840">
              <a:lnSpc>
                <a:spcPct val="90000"/>
              </a:lnSpc>
              <a:spcBef>
                <a:spcPts val="751"/>
              </a:spcBef>
              <a:buSzPts val="1974"/>
              <a:buFont typeface="Arial"/>
              <a:buChar char="•"/>
            </a:pPr>
            <a:r>
              <a:rPr lang="en-IN" sz="1974" dirty="0">
                <a:latin typeface="Calibri"/>
                <a:ea typeface="Calibri"/>
                <a:cs typeface="Calibri"/>
                <a:sym typeface="Calibri"/>
              </a:rPr>
              <a:t>For educational, professional and general communication purposes a presentation is best way to exhibit ideas. Hence, mastering seems to be a modern day necessity. </a:t>
            </a:r>
            <a:endParaRPr sz="1974" dirty="0"/>
          </a:p>
        </p:txBody>
      </p:sp>
      <p:pic>
        <p:nvPicPr>
          <p:cNvPr id="388" name="Google Shape;388;p4"/>
          <p:cNvPicPr preferRelativeResize="0"/>
          <p:nvPr/>
        </p:nvPicPr>
        <p:blipFill rotWithShape="1">
          <a:blip r:embed="rId3">
            <a:alphaModFix/>
          </a:blip>
          <a:srcRect l="23732" t="16973" r="14759" b="12401"/>
          <a:stretch/>
        </p:blipFill>
        <p:spPr>
          <a:xfrm>
            <a:off x="7835760" y="0"/>
            <a:ext cx="1305720" cy="921240"/>
          </a:xfrm>
          <a:prstGeom prst="rect">
            <a:avLst/>
          </a:prstGeom>
          <a:noFill/>
          <a:ln>
            <a:noFill/>
          </a:ln>
        </p:spPr>
      </p:pic>
      <p:pic>
        <p:nvPicPr>
          <p:cNvPr id="389" name="Google Shape;389;p4"/>
          <p:cNvPicPr preferRelativeResize="0"/>
          <p:nvPr/>
        </p:nvPicPr>
        <p:blipFill rotWithShape="1">
          <a:blip r:embed="rId4">
            <a:alphaModFix/>
          </a:blip>
          <a:srcRect l="9273" t="30771" r="9093" b="34965"/>
          <a:stretch/>
        </p:blipFill>
        <p:spPr>
          <a:xfrm>
            <a:off x="152400" y="161702"/>
            <a:ext cx="1948200" cy="612600"/>
          </a:xfrm>
          <a:prstGeom prst="roundRect">
            <a:avLst>
              <a:gd name="adj" fmla="val 8594"/>
            </a:avLst>
          </a:prstGeom>
          <a:solidFill>
            <a:srgbClr val="ECECEC"/>
          </a:solidFill>
          <a:ln>
            <a:noFill/>
          </a:ln>
          <a:effectLst>
            <a:reflection stA="38000" endPos="28000" dist="5000" dir="5400000" fadeDir="5400012" sy="-100000" algn="bl" rotWithShape="0"/>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pic>
        <p:nvPicPr>
          <p:cNvPr id="394" name="Google Shape;394;p5"/>
          <p:cNvPicPr preferRelativeResize="0"/>
          <p:nvPr/>
        </p:nvPicPr>
        <p:blipFill rotWithShape="1">
          <a:blip r:embed="rId3">
            <a:alphaModFix/>
          </a:blip>
          <a:srcRect l="23732" t="16973" r="14759" b="12401"/>
          <a:stretch/>
        </p:blipFill>
        <p:spPr>
          <a:xfrm>
            <a:off x="7835760" y="0"/>
            <a:ext cx="1305720" cy="921960"/>
          </a:xfrm>
          <a:prstGeom prst="rect">
            <a:avLst/>
          </a:prstGeom>
          <a:noFill/>
          <a:ln>
            <a:noFill/>
          </a:ln>
        </p:spPr>
      </p:pic>
      <p:sp>
        <p:nvSpPr>
          <p:cNvPr id="395" name="Google Shape;395;p5"/>
          <p:cNvSpPr/>
          <p:nvPr/>
        </p:nvSpPr>
        <p:spPr>
          <a:xfrm>
            <a:off x="628560" y="766080"/>
            <a:ext cx="7884360" cy="921960"/>
          </a:xfrm>
          <a:prstGeom prst="rect">
            <a:avLst/>
          </a:prstGeom>
          <a:noFill/>
          <a:ln>
            <a:noFill/>
          </a:ln>
        </p:spPr>
        <p:txBody>
          <a:bodyPr spcFirstLastPara="1" wrap="square" lIns="90000" tIns="45000" rIns="90000" bIns="45000" anchor="ctr" anchorCtr="0">
            <a:normAutofit/>
          </a:bodyPr>
          <a:lstStyle/>
          <a:p>
            <a:pPr>
              <a:lnSpc>
                <a:spcPct val="90000"/>
              </a:lnSpc>
            </a:pPr>
            <a:r>
              <a:rPr lang="en-IN" sz="3300" dirty="0">
                <a:solidFill>
                  <a:srgbClr val="2F5496"/>
                </a:solidFill>
                <a:latin typeface="Calibri"/>
                <a:ea typeface="Calibri"/>
                <a:cs typeface="Calibri"/>
                <a:sym typeface="Calibri"/>
              </a:rPr>
              <a:t>What we will cover</a:t>
            </a:r>
            <a:endParaRPr sz="3300" dirty="0"/>
          </a:p>
        </p:txBody>
      </p:sp>
      <p:grpSp>
        <p:nvGrpSpPr>
          <p:cNvPr id="396" name="Google Shape;396;p5"/>
          <p:cNvGrpSpPr/>
          <p:nvPr/>
        </p:nvGrpSpPr>
        <p:grpSpPr>
          <a:xfrm>
            <a:off x="628560" y="1690562"/>
            <a:ext cx="7886700" cy="4351337"/>
            <a:chOff x="0" y="0"/>
            <a:chExt cx="7886700" cy="4351337"/>
          </a:xfrm>
        </p:grpSpPr>
        <p:cxnSp>
          <p:nvCxnSpPr>
            <p:cNvPr id="397" name="Google Shape;397;p5"/>
            <p:cNvCxnSpPr/>
            <p:nvPr/>
          </p:nvCxnSpPr>
          <p:spPr>
            <a:xfrm>
              <a:off x="0" y="0"/>
              <a:ext cx="7886700" cy="0"/>
            </a:xfrm>
            <a:prstGeom prst="straightConnector1">
              <a:avLst/>
            </a:prstGeom>
            <a:solidFill>
              <a:schemeClr val="accent2"/>
            </a:solidFill>
            <a:ln w="25400" cap="flat" cmpd="sng">
              <a:solidFill>
                <a:schemeClr val="accent2"/>
              </a:solidFill>
              <a:prstDash val="solid"/>
              <a:miter lim="8000"/>
              <a:headEnd type="none" w="sm" len="sm"/>
              <a:tailEnd type="none" w="sm" len="sm"/>
            </a:ln>
          </p:spPr>
        </p:cxnSp>
        <p:sp>
          <p:nvSpPr>
            <p:cNvPr id="398" name="Google Shape;398;p5"/>
            <p:cNvSpPr/>
            <p:nvPr/>
          </p:nvSpPr>
          <p:spPr>
            <a:xfrm>
              <a:off x="0" y="0"/>
              <a:ext cx="7886700" cy="543917"/>
            </a:xfrm>
            <a:prstGeom prst="rect">
              <a:avLst/>
            </a:prstGeom>
            <a:noFill/>
            <a:ln>
              <a:noFill/>
            </a:ln>
          </p:spPr>
          <p:txBody>
            <a:bodyPr spcFirstLastPara="1" wrap="square" lIns="91425" tIns="91425" rIns="91425" bIns="91425" anchor="ctr" anchorCtr="0">
              <a:noAutofit/>
            </a:bodyPr>
            <a:lstStyle/>
            <a:p>
              <a:endParaRPr dirty="0"/>
            </a:p>
          </p:txBody>
        </p:sp>
        <p:sp>
          <p:nvSpPr>
            <p:cNvPr id="399" name="Google Shape;399;p5"/>
            <p:cNvSpPr txBox="1"/>
            <p:nvPr/>
          </p:nvSpPr>
          <p:spPr>
            <a:xfrm>
              <a:off x="0" y="0"/>
              <a:ext cx="7886700" cy="543917"/>
            </a:xfrm>
            <a:prstGeom prst="rect">
              <a:avLst/>
            </a:prstGeom>
            <a:noFill/>
            <a:ln>
              <a:noFill/>
            </a:ln>
          </p:spPr>
          <p:txBody>
            <a:bodyPr spcFirstLastPara="1" wrap="square" lIns="83800" tIns="83800" rIns="83800" bIns="83800" anchor="t" anchorCtr="0">
              <a:noAutofit/>
            </a:bodyPr>
            <a:lstStyle/>
            <a:p>
              <a:pPr>
                <a:lnSpc>
                  <a:spcPct val="90000"/>
                </a:lnSpc>
                <a:buSzPts val="2200"/>
              </a:pPr>
              <a:r>
                <a:rPr lang="en-IN" sz="2200" dirty="0"/>
                <a:t>Why presentation program</a:t>
              </a:r>
              <a:endParaRPr sz="2200" dirty="0"/>
            </a:p>
          </p:txBody>
        </p:sp>
        <p:cxnSp>
          <p:nvCxnSpPr>
            <p:cNvPr id="400" name="Google Shape;400;p5"/>
            <p:cNvCxnSpPr/>
            <p:nvPr/>
          </p:nvCxnSpPr>
          <p:spPr>
            <a:xfrm>
              <a:off x="0" y="543917"/>
              <a:ext cx="7886700" cy="0"/>
            </a:xfrm>
            <a:prstGeom prst="straightConnector1">
              <a:avLst/>
            </a:prstGeom>
            <a:solidFill>
              <a:schemeClr val="accent3"/>
            </a:solidFill>
            <a:ln w="25400" cap="flat" cmpd="sng">
              <a:solidFill>
                <a:schemeClr val="accent3"/>
              </a:solidFill>
              <a:prstDash val="solid"/>
              <a:miter lim="8000"/>
              <a:headEnd type="none" w="sm" len="sm"/>
              <a:tailEnd type="none" w="sm" len="sm"/>
            </a:ln>
          </p:spPr>
        </p:cxnSp>
        <p:sp>
          <p:nvSpPr>
            <p:cNvPr id="401" name="Google Shape;401;p5"/>
            <p:cNvSpPr/>
            <p:nvPr/>
          </p:nvSpPr>
          <p:spPr>
            <a:xfrm>
              <a:off x="0" y="543917"/>
              <a:ext cx="7886700" cy="543917"/>
            </a:xfrm>
            <a:prstGeom prst="rect">
              <a:avLst/>
            </a:prstGeom>
            <a:noFill/>
            <a:ln>
              <a:noFill/>
            </a:ln>
          </p:spPr>
          <p:txBody>
            <a:bodyPr spcFirstLastPara="1" wrap="square" lIns="91425" tIns="91425" rIns="91425" bIns="91425" anchor="ctr" anchorCtr="0">
              <a:noAutofit/>
            </a:bodyPr>
            <a:lstStyle/>
            <a:p>
              <a:endParaRPr dirty="0"/>
            </a:p>
          </p:txBody>
        </p:sp>
        <p:sp>
          <p:nvSpPr>
            <p:cNvPr id="402" name="Google Shape;402;p5"/>
            <p:cNvSpPr txBox="1"/>
            <p:nvPr/>
          </p:nvSpPr>
          <p:spPr>
            <a:xfrm>
              <a:off x="0" y="543917"/>
              <a:ext cx="7886700" cy="543917"/>
            </a:xfrm>
            <a:prstGeom prst="rect">
              <a:avLst/>
            </a:prstGeom>
            <a:noFill/>
            <a:ln>
              <a:noFill/>
            </a:ln>
          </p:spPr>
          <p:txBody>
            <a:bodyPr spcFirstLastPara="1" wrap="square" lIns="83800" tIns="83800" rIns="83800" bIns="83800" anchor="t" anchorCtr="0">
              <a:noAutofit/>
            </a:bodyPr>
            <a:lstStyle/>
            <a:p>
              <a:pPr>
                <a:lnSpc>
                  <a:spcPct val="90000"/>
                </a:lnSpc>
                <a:buSzPts val="2200"/>
              </a:pPr>
              <a:r>
                <a:rPr lang="en-IN" sz="2200" dirty="0"/>
                <a:t>Getting started with PowerPoint – Opening, Interface, Saving</a:t>
              </a:r>
              <a:endParaRPr sz="2200" dirty="0"/>
            </a:p>
          </p:txBody>
        </p:sp>
        <p:cxnSp>
          <p:nvCxnSpPr>
            <p:cNvPr id="403" name="Google Shape;403;p5"/>
            <p:cNvCxnSpPr/>
            <p:nvPr/>
          </p:nvCxnSpPr>
          <p:spPr>
            <a:xfrm>
              <a:off x="0" y="1087834"/>
              <a:ext cx="7886700" cy="0"/>
            </a:xfrm>
            <a:prstGeom prst="straightConnector1">
              <a:avLst/>
            </a:prstGeom>
            <a:solidFill>
              <a:schemeClr val="accent4"/>
            </a:solidFill>
            <a:ln w="25400" cap="flat" cmpd="sng">
              <a:solidFill>
                <a:schemeClr val="accent4"/>
              </a:solidFill>
              <a:prstDash val="solid"/>
              <a:miter lim="8000"/>
              <a:headEnd type="none" w="sm" len="sm"/>
              <a:tailEnd type="none" w="sm" len="sm"/>
            </a:ln>
          </p:spPr>
        </p:cxnSp>
        <p:sp>
          <p:nvSpPr>
            <p:cNvPr id="404" name="Google Shape;404;p5"/>
            <p:cNvSpPr/>
            <p:nvPr/>
          </p:nvSpPr>
          <p:spPr>
            <a:xfrm>
              <a:off x="0" y="1087834"/>
              <a:ext cx="7886700" cy="543917"/>
            </a:xfrm>
            <a:prstGeom prst="rect">
              <a:avLst/>
            </a:prstGeom>
            <a:noFill/>
            <a:ln>
              <a:noFill/>
            </a:ln>
          </p:spPr>
          <p:txBody>
            <a:bodyPr spcFirstLastPara="1" wrap="square" lIns="91425" tIns="91425" rIns="91425" bIns="91425" anchor="ctr" anchorCtr="0">
              <a:noAutofit/>
            </a:bodyPr>
            <a:lstStyle/>
            <a:p>
              <a:endParaRPr dirty="0"/>
            </a:p>
          </p:txBody>
        </p:sp>
        <p:sp>
          <p:nvSpPr>
            <p:cNvPr id="405" name="Google Shape;405;p5"/>
            <p:cNvSpPr txBox="1"/>
            <p:nvPr/>
          </p:nvSpPr>
          <p:spPr>
            <a:xfrm>
              <a:off x="0" y="1087834"/>
              <a:ext cx="7886700" cy="543917"/>
            </a:xfrm>
            <a:prstGeom prst="rect">
              <a:avLst/>
            </a:prstGeom>
            <a:noFill/>
            <a:ln>
              <a:noFill/>
            </a:ln>
          </p:spPr>
          <p:txBody>
            <a:bodyPr spcFirstLastPara="1" wrap="square" lIns="83800" tIns="83800" rIns="83800" bIns="83800" anchor="t" anchorCtr="0">
              <a:noAutofit/>
            </a:bodyPr>
            <a:lstStyle/>
            <a:p>
              <a:pPr>
                <a:lnSpc>
                  <a:spcPct val="90000"/>
                </a:lnSpc>
                <a:buSzPts val="2200"/>
              </a:pPr>
              <a:r>
                <a:rPr lang="en-IN" sz="2200" dirty="0"/>
                <a:t>Working with Slides – Layout, Formatting</a:t>
              </a:r>
              <a:endParaRPr sz="2200" dirty="0"/>
            </a:p>
          </p:txBody>
        </p:sp>
        <p:cxnSp>
          <p:nvCxnSpPr>
            <p:cNvPr id="406" name="Google Shape;406;p5"/>
            <p:cNvCxnSpPr/>
            <p:nvPr/>
          </p:nvCxnSpPr>
          <p:spPr>
            <a:xfrm>
              <a:off x="0" y="1631751"/>
              <a:ext cx="7886700" cy="0"/>
            </a:xfrm>
            <a:prstGeom prst="straightConnector1">
              <a:avLst/>
            </a:prstGeom>
            <a:solidFill>
              <a:srgbClr val="599BD5"/>
            </a:solidFill>
            <a:ln w="25400" cap="flat" cmpd="sng">
              <a:solidFill>
                <a:srgbClr val="599BD5"/>
              </a:solidFill>
              <a:prstDash val="solid"/>
              <a:miter lim="8000"/>
              <a:headEnd type="none" w="sm" len="sm"/>
              <a:tailEnd type="none" w="sm" len="sm"/>
            </a:ln>
          </p:spPr>
        </p:cxnSp>
        <p:sp>
          <p:nvSpPr>
            <p:cNvPr id="407" name="Google Shape;407;p5"/>
            <p:cNvSpPr/>
            <p:nvPr/>
          </p:nvSpPr>
          <p:spPr>
            <a:xfrm>
              <a:off x="0" y="1631751"/>
              <a:ext cx="7886700" cy="543917"/>
            </a:xfrm>
            <a:prstGeom prst="rect">
              <a:avLst/>
            </a:prstGeom>
            <a:noFill/>
            <a:ln>
              <a:noFill/>
            </a:ln>
          </p:spPr>
          <p:txBody>
            <a:bodyPr spcFirstLastPara="1" wrap="square" lIns="91425" tIns="91425" rIns="91425" bIns="91425" anchor="ctr" anchorCtr="0">
              <a:noAutofit/>
            </a:bodyPr>
            <a:lstStyle/>
            <a:p>
              <a:endParaRPr dirty="0"/>
            </a:p>
          </p:txBody>
        </p:sp>
        <p:sp>
          <p:nvSpPr>
            <p:cNvPr id="408" name="Google Shape;408;p5"/>
            <p:cNvSpPr txBox="1"/>
            <p:nvPr/>
          </p:nvSpPr>
          <p:spPr>
            <a:xfrm>
              <a:off x="0" y="1631751"/>
              <a:ext cx="7886700" cy="543917"/>
            </a:xfrm>
            <a:prstGeom prst="rect">
              <a:avLst/>
            </a:prstGeom>
            <a:noFill/>
            <a:ln>
              <a:noFill/>
            </a:ln>
          </p:spPr>
          <p:txBody>
            <a:bodyPr spcFirstLastPara="1" wrap="square" lIns="83800" tIns="83800" rIns="83800" bIns="83800" anchor="t" anchorCtr="0">
              <a:noAutofit/>
            </a:bodyPr>
            <a:lstStyle/>
            <a:p>
              <a:pPr>
                <a:lnSpc>
                  <a:spcPct val="90000"/>
                </a:lnSpc>
                <a:buSzPts val="2200"/>
              </a:pPr>
              <a:r>
                <a:rPr lang="en-IN" sz="2200" dirty="0"/>
                <a:t>Entering, editing and formatting text</a:t>
              </a:r>
              <a:endParaRPr sz="2200" dirty="0"/>
            </a:p>
          </p:txBody>
        </p:sp>
        <p:cxnSp>
          <p:nvCxnSpPr>
            <p:cNvPr id="409" name="Google Shape;409;p5"/>
            <p:cNvCxnSpPr/>
            <p:nvPr/>
          </p:nvCxnSpPr>
          <p:spPr>
            <a:xfrm>
              <a:off x="0" y="2175669"/>
              <a:ext cx="7886700" cy="0"/>
            </a:xfrm>
            <a:prstGeom prst="straightConnector1">
              <a:avLst/>
            </a:prstGeom>
            <a:solidFill>
              <a:schemeClr val="accent6"/>
            </a:solidFill>
            <a:ln w="25400" cap="flat" cmpd="sng">
              <a:solidFill>
                <a:schemeClr val="accent6"/>
              </a:solidFill>
              <a:prstDash val="solid"/>
              <a:miter lim="8000"/>
              <a:headEnd type="none" w="sm" len="sm"/>
              <a:tailEnd type="none" w="sm" len="sm"/>
            </a:ln>
          </p:spPr>
        </p:cxnSp>
        <p:sp>
          <p:nvSpPr>
            <p:cNvPr id="410" name="Google Shape;410;p5"/>
            <p:cNvSpPr/>
            <p:nvPr/>
          </p:nvSpPr>
          <p:spPr>
            <a:xfrm>
              <a:off x="0" y="2175669"/>
              <a:ext cx="7886700" cy="543917"/>
            </a:xfrm>
            <a:prstGeom prst="rect">
              <a:avLst/>
            </a:prstGeom>
            <a:noFill/>
            <a:ln>
              <a:noFill/>
            </a:ln>
          </p:spPr>
          <p:txBody>
            <a:bodyPr spcFirstLastPara="1" wrap="square" lIns="91425" tIns="91425" rIns="91425" bIns="91425" anchor="ctr" anchorCtr="0">
              <a:noAutofit/>
            </a:bodyPr>
            <a:lstStyle/>
            <a:p>
              <a:endParaRPr dirty="0"/>
            </a:p>
          </p:txBody>
        </p:sp>
        <p:sp>
          <p:nvSpPr>
            <p:cNvPr id="411" name="Google Shape;411;p5"/>
            <p:cNvSpPr txBox="1"/>
            <p:nvPr/>
          </p:nvSpPr>
          <p:spPr>
            <a:xfrm>
              <a:off x="0" y="2175669"/>
              <a:ext cx="7886700" cy="543917"/>
            </a:xfrm>
            <a:prstGeom prst="rect">
              <a:avLst/>
            </a:prstGeom>
            <a:noFill/>
            <a:ln>
              <a:noFill/>
            </a:ln>
          </p:spPr>
          <p:txBody>
            <a:bodyPr spcFirstLastPara="1" wrap="square" lIns="83800" tIns="83800" rIns="83800" bIns="83800" anchor="t" anchorCtr="0">
              <a:noAutofit/>
            </a:bodyPr>
            <a:lstStyle/>
            <a:p>
              <a:pPr>
                <a:lnSpc>
                  <a:spcPct val="90000"/>
                </a:lnSpc>
                <a:buSzPts val="2200"/>
              </a:pPr>
              <a:r>
                <a:rPr lang="en-IN" sz="2200" dirty="0"/>
                <a:t>Adding Graphic elements – Images, Shapes, SmartArt</a:t>
              </a:r>
              <a:endParaRPr sz="2200" dirty="0"/>
            </a:p>
          </p:txBody>
        </p:sp>
        <p:cxnSp>
          <p:nvCxnSpPr>
            <p:cNvPr id="412" name="Google Shape;412;p5"/>
            <p:cNvCxnSpPr/>
            <p:nvPr/>
          </p:nvCxnSpPr>
          <p:spPr>
            <a:xfrm>
              <a:off x="0" y="2719586"/>
              <a:ext cx="7886700" cy="0"/>
            </a:xfrm>
            <a:prstGeom prst="straightConnector1">
              <a:avLst/>
            </a:prstGeom>
            <a:solidFill>
              <a:schemeClr val="accent2"/>
            </a:solidFill>
            <a:ln w="25400" cap="flat" cmpd="sng">
              <a:solidFill>
                <a:schemeClr val="accent2"/>
              </a:solidFill>
              <a:prstDash val="solid"/>
              <a:miter lim="8000"/>
              <a:headEnd type="none" w="sm" len="sm"/>
              <a:tailEnd type="none" w="sm" len="sm"/>
            </a:ln>
          </p:spPr>
        </p:cxnSp>
        <p:sp>
          <p:nvSpPr>
            <p:cNvPr id="413" name="Google Shape;413;p5"/>
            <p:cNvSpPr/>
            <p:nvPr/>
          </p:nvSpPr>
          <p:spPr>
            <a:xfrm>
              <a:off x="0" y="2719586"/>
              <a:ext cx="7886700" cy="543917"/>
            </a:xfrm>
            <a:prstGeom prst="rect">
              <a:avLst/>
            </a:prstGeom>
            <a:noFill/>
            <a:ln>
              <a:noFill/>
            </a:ln>
          </p:spPr>
          <p:txBody>
            <a:bodyPr spcFirstLastPara="1" wrap="square" lIns="91425" tIns="91425" rIns="91425" bIns="91425" anchor="ctr" anchorCtr="0">
              <a:noAutofit/>
            </a:bodyPr>
            <a:lstStyle/>
            <a:p>
              <a:endParaRPr dirty="0"/>
            </a:p>
          </p:txBody>
        </p:sp>
        <p:sp>
          <p:nvSpPr>
            <p:cNvPr id="414" name="Google Shape;414;p5"/>
            <p:cNvSpPr txBox="1"/>
            <p:nvPr/>
          </p:nvSpPr>
          <p:spPr>
            <a:xfrm>
              <a:off x="0" y="2719586"/>
              <a:ext cx="7886700" cy="543917"/>
            </a:xfrm>
            <a:prstGeom prst="rect">
              <a:avLst/>
            </a:prstGeom>
            <a:noFill/>
            <a:ln>
              <a:noFill/>
            </a:ln>
          </p:spPr>
          <p:txBody>
            <a:bodyPr spcFirstLastPara="1" wrap="square" lIns="83800" tIns="83800" rIns="83800" bIns="83800" anchor="t" anchorCtr="0">
              <a:noAutofit/>
            </a:bodyPr>
            <a:lstStyle/>
            <a:p>
              <a:pPr>
                <a:lnSpc>
                  <a:spcPct val="90000"/>
                </a:lnSpc>
                <a:buSzPts val="2200"/>
              </a:pPr>
              <a:r>
                <a:rPr lang="en-IN" sz="2200" dirty="0"/>
                <a:t>Slide navigation and Slide View</a:t>
              </a:r>
              <a:endParaRPr sz="2200" dirty="0"/>
            </a:p>
          </p:txBody>
        </p:sp>
        <p:cxnSp>
          <p:nvCxnSpPr>
            <p:cNvPr id="415" name="Google Shape;415;p5"/>
            <p:cNvCxnSpPr/>
            <p:nvPr/>
          </p:nvCxnSpPr>
          <p:spPr>
            <a:xfrm>
              <a:off x="0" y="3263503"/>
              <a:ext cx="7886700" cy="0"/>
            </a:xfrm>
            <a:prstGeom prst="straightConnector1">
              <a:avLst/>
            </a:prstGeom>
            <a:solidFill>
              <a:schemeClr val="accent3"/>
            </a:solidFill>
            <a:ln w="25400" cap="flat" cmpd="sng">
              <a:solidFill>
                <a:schemeClr val="accent3"/>
              </a:solidFill>
              <a:prstDash val="solid"/>
              <a:miter lim="8000"/>
              <a:headEnd type="none" w="sm" len="sm"/>
              <a:tailEnd type="none" w="sm" len="sm"/>
            </a:ln>
          </p:spPr>
        </p:cxnSp>
        <p:sp>
          <p:nvSpPr>
            <p:cNvPr id="416" name="Google Shape;416;p5"/>
            <p:cNvSpPr/>
            <p:nvPr/>
          </p:nvSpPr>
          <p:spPr>
            <a:xfrm>
              <a:off x="0" y="3263503"/>
              <a:ext cx="7886700" cy="543917"/>
            </a:xfrm>
            <a:prstGeom prst="rect">
              <a:avLst/>
            </a:prstGeom>
            <a:noFill/>
            <a:ln>
              <a:noFill/>
            </a:ln>
          </p:spPr>
          <p:txBody>
            <a:bodyPr spcFirstLastPara="1" wrap="square" lIns="91425" tIns="91425" rIns="91425" bIns="91425" anchor="ctr" anchorCtr="0">
              <a:noAutofit/>
            </a:bodyPr>
            <a:lstStyle/>
            <a:p>
              <a:endParaRPr dirty="0"/>
            </a:p>
          </p:txBody>
        </p:sp>
        <p:sp>
          <p:nvSpPr>
            <p:cNvPr id="417" name="Google Shape;417;p5"/>
            <p:cNvSpPr txBox="1"/>
            <p:nvPr/>
          </p:nvSpPr>
          <p:spPr>
            <a:xfrm>
              <a:off x="0" y="3263503"/>
              <a:ext cx="7886700" cy="543917"/>
            </a:xfrm>
            <a:prstGeom prst="rect">
              <a:avLst/>
            </a:prstGeom>
            <a:noFill/>
            <a:ln>
              <a:noFill/>
            </a:ln>
          </p:spPr>
          <p:txBody>
            <a:bodyPr spcFirstLastPara="1" wrap="square" lIns="83800" tIns="83800" rIns="83800" bIns="83800" anchor="t" anchorCtr="0">
              <a:noAutofit/>
            </a:bodyPr>
            <a:lstStyle/>
            <a:p>
              <a:pPr>
                <a:lnSpc>
                  <a:spcPct val="90000"/>
                </a:lnSpc>
                <a:buSzPts val="2200"/>
              </a:pPr>
              <a:r>
                <a:rPr lang="en-IN" sz="2200" dirty="0"/>
                <a:t>Slide Show</a:t>
              </a:r>
              <a:endParaRPr sz="2200" dirty="0"/>
            </a:p>
          </p:txBody>
        </p:sp>
        <p:cxnSp>
          <p:nvCxnSpPr>
            <p:cNvPr id="418" name="Google Shape;418;p5"/>
            <p:cNvCxnSpPr/>
            <p:nvPr/>
          </p:nvCxnSpPr>
          <p:spPr>
            <a:xfrm>
              <a:off x="0" y="3807420"/>
              <a:ext cx="7886700" cy="0"/>
            </a:xfrm>
            <a:prstGeom prst="straightConnector1">
              <a:avLst/>
            </a:prstGeom>
            <a:solidFill>
              <a:schemeClr val="accent4"/>
            </a:solidFill>
            <a:ln w="25400" cap="flat" cmpd="sng">
              <a:solidFill>
                <a:schemeClr val="accent4"/>
              </a:solidFill>
              <a:prstDash val="solid"/>
              <a:miter lim="8000"/>
              <a:headEnd type="none" w="sm" len="sm"/>
              <a:tailEnd type="none" w="sm" len="sm"/>
            </a:ln>
          </p:spPr>
        </p:cxnSp>
        <p:sp>
          <p:nvSpPr>
            <p:cNvPr id="419" name="Google Shape;419;p5"/>
            <p:cNvSpPr/>
            <p:nvPr/>
          </p:nvSpPr>
          <p:spPr>
            <a:xfrm>
              <a:off x="0" y="3807420"/>
              <a:ext cx="7886700" cy="543917"/>
            </a:xfrm>
            <a:prstGeom prst="rect">
              <a:avLst/>
            </a:prstGeom>
            <a:noFill/>
            <a:ln>
              <a:noFill/>
            </a:ln>
          </p:spPr>
          <p:txBody>
            <a:bodyPr spcFirstLastPara="1" wrap="square" lIns="91425" tIns="91425" rIns="91425" bIns="91425" anchor="ctr" anchorCtr="0">
              <a:noAutofit/>
            </a:bodyPr>
            <a:lstStyle/>
            <a:p>
              <a:endParaRPr dirty="0"/>
            </a:p>
          </p:txBody>
        </p:sp>
        <p:sp>
          <p:nvSpPr>
            <p:cNvPr id="420" name="Google Shape;420;p5"/>
            <p:cNvSpPr txBox="1"/>
            <p:nvPr/>
          </p:nvSpPr>
          <p:spPr>
            <a:xfrm>
              <a:off x="0" y="3807420"/>
              <a:ext cx="7886700" cy="543917"/>
            </a:xfrm>
            <a:prstGeom prst="rect">
              <a:avLst/>
            </a:prstGeom>
            <a:noFill/>
            <a:ln>
              <a:noFill/>
            </a:ln>
          </p:spPr>
          <p:txBody>
            <a:bodyPr spcFirstLastPara="1" wrap="square" lIns="83800" tIns="83800" rIns="83800" bIns="83800" anchor="t" anchorCtr="0">
              <a:noAutofit/>
            </a:bodyPr>
            <a:lstStyle/>
            <a:p>
              <a:pPr>
                <a:lnSpc>
                  <a:spcPct val="90000"/>
                </a:lnSpc>
                <a:buSzPts val="2200"/>
              </a:pPr>
              <a:r>
                <a:rPr lang="en-IN" sz="2200" dirty="0"/>
                <a:t>Printing presentation</a:t>
              </a:r>
              <a:endParaRPr sz="2200" dirty="0"/>
            </a:p>
          </p:txBody>
        </p:sp>
      </p:grpSp>
      <p:pic>
        <p:nvPicPr>
          <p:cNvPr id="421" name="Google Shape;421;p5"/>
          <p:cNvPicPr preferRelativeResize="0"/>
          <p:nvPr/>
        </p:nvPicPr>
        <p:blipFill rotWithShape="1">
          <a:blip r:embed="rId4">
            <a:alphaModFix/>
          </a:blip>
          <a:srcRect l="9273" t="30771" r="9093" b="34965"/>
          <a:stretch/>
        </p:blipFill>
        <p:spPr>
          <a:xfrm>
            <a:off x="0" y="9302"/>
            <a:ext cx="1948200" cy="612600"/>
          </a:xfrm>
          <a:prstGeom prst="roundRect">
            <a:avLst>
              <a:gd name="adj" fmla="val 8594"/>
            </a:avLst>
          </a:prstGeom>
          <a:solidFill>
            <a:srgbClr val="ECECEC"/>
          </a:solidFill>
          <a:ln>
            <a:noFill/>
          </a:ln>
          <a:effectLst>
            <a:reflection stA="38000" endPos="28000" dist="5000" dir="5400000" fadeDir="5400012" sy="-100000" algn="bl" rotWithShape="0"/>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6"/>
          <p:cNvSpPr/>
          <p:nvPr/>
        </p:nvSpPr>
        <p:spPr>
          <a:xfrm>
            <a:off x="737640" y="-97560"/>
            <a:ext cx="7884360" cy="1323000"/>
          </a:xfrm>
          <a:prstGeom prst="rect">
            <a:avLst/>
          </a:prstGeom>
          <a:noFill/>
          <a:ln>
            <a:noFill/>
          </a:ln>
        </p:spPr>
        <p:txBody>
          <a:bodyPr spcFirstLastPara="1" wrap="square" lIns="90000" tIns="45000" rIns="90000" bIns="45000" anchor="ctr" anchorCtr="0">
            <a:normAutofit/>
          </a:bodyPr>
          <a:lstStyle/>
          <a:p>
            <a:pPr algn="ctr">
              <a:lnSpc>
                <a:spcPct val="90000"/>
              </a:lnSpc>
            </a:pPr>
            <a:r>
              <a:rPr lang="en-IN" sz="4000" dirty="0">
                <a:solidFill>
                  <a:srgbClr val="2F5597"/>
                </a:solidFill>
                <a:latin typeface="Libre Baskerville"/>
                <a:ea typeface="Libre Baskerville"/>
                <a:cs typeface="Libre Baskerville"/>
                <a:sym typeface="Libre Baskerville"/>
              </a:rPr>
              <a:t>Norms for the session</a:t>
            </a:r>
            <a:endParaRPr sz="4000" dirty="0"/>
          </a:p>
        </p:txBody>
      </p:sp>
      <p:pic>
        <p:nvPicPr>
          <p:cNvPr id="427" name="Google Shape;427;p6"/>
          <p:cNvPicPr preferRelativeResize="0"/>
          <p:nvPr/>
        </p:nvPicPr>
        <p:blipFill rotWithShape="1">
          <a:blip r:embed="rId3">
            <a:alphaModFix/>
          </a:blip>
          <a:srcRect l="23732" t="16973" r="14759" b="12401"/>
          <a:stretch/>
        </p:blipFill>
        <p:spPr>
          <a:xfrm>
            <a:off x="7835760" y="0"/>
            <a:ext cx="1305720" cy="921240"/>
          </a:xfrm>
          <a:prstGeom prst="rect">
            <a:avLst/>
          </a:prstGeom>
          <a:noFill/>
          <a:ln>
            <a:noFill/>
          </a:ln>
        </p:spPr>
      </p:pic>
      <p:sp>
        <p:nvSpPr>
          <p:cNvPr id="428" name="Google Shape;428;p6"/>
          <p:cNvSpPr/>
          <p:nvPr/>
        </p:nvSpPr>
        <p:spPr>
          <a:xfrm>
            <a:off x="628560" y="792867"/>
            <a:ext cx="7774920" cy="6000189"/>
          </a:xfrm>
          <a:prstGeom prst="rect">
            <a:avLst/>
          </a:prstGeom>
          <a:noFill/>
          <a:ln>
            <a:noFill/>
          </a:ln>
        </p:spPr>
        <p:txBody>
          <a:bodyPr spcFirstLastPara="1" wrap="square" lIns="90000" tIns="45000" rIns="90000" bIns="45000" anchor="ctr" anchorCtr="0">
            <a:spAutoFit/>
          </a:bodyPr>
          <a:lstStyle/>
          <a:p>
            <a:pPr marL="343080" indent="-340560">
              <a:lnSpc>
                <a:spcPct val="200000"/>
              </a:lnSpc>
              <a:buSzPts val="1600"/>
              <a:buFont typeface="Arial"/>
              <a:buAutoNum type="arabicPeriod"/>
            </a:pPr>
            <a:r>
              <a:rPr lang="en-IN" sz="1600" dirty="0">
                <a:latin typeface="Calibri"/>
                <a:ea typeface="Calibri"/>
                <a:cs typeface="Calibri"/>
                <a:sym typeface="Calibri"/>
              </a:rPr>
              <a:t>Eyes on the ppt for the instructions</a:t>
            </a:r>
            <a:endParaRPr sz="1600" dirty="0"/>
          </a:p>
          <a:p>
            <a:pPr marL="343080" indent="-340560">
              <a:lnSpc>
                <a:spcPct val="200000"/>
              </a:lnSpc>
              <a:buSzPts val="1600"/>
              <a:buFont typeface="Arial"/>
              <a:buAutoNum type="arabicPeriod"/>
            </a:pPr>
            <a:r>
              <a:rPr lang="en-IN" sz="1600" dirty="0">
                <a:latin typeface="Calibri"/>
                <a:ea typeface="Calibri"/>
                <a:cs typeface="Calibri"/>
                <a:sym typeface="Calibri"/>
              </a:rPr>
              <a:t>Notice &amp; listen to the instructor while I perform the task</a:t>
            </a:r>
            <a:endParaRPr sz="1600" dirty="0"/>
          </a:p>
          <a:p>
            <a:pPr marL="343080" indent="-340560">
              <a:lnSpc>
                <a:spcPct val="200000"/>
              </a:lnSpc>
              <a:buSzPts val="1600"/>
              <a:buFont typeface="Arial"/>
              <a:buAutoNum type="arabicPeriod"/>
            </a:pPr>
            <a:r>
              <a:rPr lang="en-IN" sz="1600" dirty="0">
                <a:latin typeface="Calibri"/>
                <a:ea typeface="Calibri"/>
                <a:cs typeface="Calibri"/>
                <a:sym typeface="Calibri"/>
              </a:rPr>
              <a:t>Perform the task in your desktops</a:t>
            </a:r>
            <a:endParaRPr sz="1600" dirty="0"/>
          </a:p>
          <a:p>
            <a:pPr marL="343080" indent="-340560">
              <a:lnSpc>
                <a:spcPct val="200000"/>
              </a:lnSpc>
              <a:buSzPts val="1600"/>
              <a:buFont typeface="Arial"/>
              <a:buAutoNum type="arabicPeriod"/>
            </a:pPr>
            <a:r>
              <a:rPr lang="en-IN" sz="1600" dirty="0">
                <a:latin typeface="Calibri"/>
                <a:ea typeface="Calibri"/>
                <a:cs typeface="Calibri"/>
                <a:sym typeface="Calibri"/>
              </a:rPr>
              <a:t>My software version might be different than yours. Just keep in mind. Most features are the same.</a:t>
            </a:r>
            <a:endParaRPr sz="1600" dirty="0"/>
          </a:p>
          <a:p>
            <a:pPr marL="343080" indent="-340560">
              <a:lnSpc>
                <a:spcPct val="200000"/>
              </a:lnSpc>
              <a:buSzPts val="1600"/>
              <a:buFont typeface="Arial"/>
              <a:buAutoNum type="arabicPeriod"/>
            </a:pPr>
            <a:r>
              <a:rPr lang="en-IN" sz="1600" dirty="0">
                <a:latin typeface="Calibri"/>
                <a:ea typeface="Calibri"/>
                <a:cs typeface="Calibri"/>
                <a:sym typeface="Calibri"/>
              </a:rPr>
              <a:t>Takes turns in operating</a:t>
            </a:r>
            <a:endParaRPr sz="1600" dirty="0"/>
          </a:p>
          <a:p>
            <a:pPr marL="343080" indent="-340560">
              <a:lnSpc>
                <a:spcPct val="200000"/>
              </a:lnSpc>
              <a:buSzPts val="1600"/>
              <a:buFont typeface="Arial"/>
              <a:buAutoNum type="arabicPeriod"/>
            </a:pPr>
            <a:r>
              <a:rPr lang="en-IN" sz="1600" dirty="0">
                <a:latin typeface="Calibri"/>
                <a:ea typeface="Calibri"/>
                <a:cs typeface="Calibri"/>
                <a:sym typeface="Calibri"/>
              </a:rPr>
              <a:t>Raise hands in case of any doubts</a:t>
            </a:r>
            <a:endParaRPr sz="1600" dirty="0"/>
          </a:p>
          <a:p>
            <a:pPr marL="343080" indent="-340560">
              <a:lnSpc>
                <a:spcPct val="200000"/>
              </a:lnSpc>
              <a:buSzPts val="1600"/>
              <a:buFont typeface="Arial"/>
              <a:buAutoNum type="arabicPeriod"/>
            </a:pPr>
            <a:r>
              <a:rPr lang="en-IN" sz="1600" dirty="0">
                <a:latin typeface="Calibri"/>
                <a:ea typeface="Calibri"/>
                <a:cs typeface="Calibri"/>
                <a:sym typeface="Calibri"/>
              </a:rPr>
              <a:t>If your group is done please patiently wait for other to finish</a:t>
            </a:r>
            <a:endParaRPr sz="1600" dirty="0"/>
          </a:p>
          <a:p>
            <a:pPr marL="343080" indent="-340560">
              <a:lnSpc>
                <a:spcPct val="200000"/>
              </a:lnSpc>
              <a:buSzPts val="1600"/>
              <a:buFont typeface="Arial"/>
              <a:buAutoNum type="arabicPeriod"/>
            </a:pPr>
            <a:r>
              <a:rPr lang="en-IN" sz="1600" dirty="0">
                <a:latin typeface="Calibri"/>
                <a:ea typeface="Calibri"/>
                <a:cs typeface="Calibri"/>
                <a:sym typeface="Calibri"/>
              </a:rPr>
              <a:t>After performing each task please notice the below</a:t>
            </a:r>
            <a:endParaRPr sz="1600" dirty="0"/>
          </a:p>
          <a:p>
            <a:pPr marL="743040" lvl="1" indent="-283320">
              <a:lnSpc>
                <a:spcPct val="200000"/>
              </a:lnSpc>
              <a:buSzPts val="1600"/>
              <a:buFont typeface="Arial"/>
              <a:buAutoNum type="alphaLcPeriod"/>
            </a:pPr>
            <a:r>
              <a:rPr lang="en-IN" sz="1600" dirty="0">
                <a:latin typeface="Calibri"/>
                <a:ea typeface="Calibri"/>
                <a:cs typeface="Calibri"/>
                <a:sym typeface="Calibri"/>
              </a:rPr>
              <a:t>What is the task? </a:t>
            </a:r>
            <a:endParaRPr sz="1600" dirty="0"/>
          </a:p>
          <a:p>
            <a:pPr marL="743040" lvl="1" indent="-283320">
              <a:lnSpc>
                <a:spcPct val="200000"/>
              </a:lnSpc>
              <a:buSzPts val="1600"/>
              <a:buFont typeface="Arial"/>
              <a:buAutoNum type="alphaLcPeriod"/>
            </a:pPr>
            <a:r>
              <a:rPr lang="en-IN" sz="1600" dirty="0">
                <a:latin typeface="Calibri"/>
                <a:ea typeface="Calibri"/>
                <a:cs typeface="Calibri"/>
                <a:sym typeface="Calibri"/>
              </a:rPr>
              <a:t>Steps &amp; terminology involved</a:t>
            </a:r>
            <a:endParaRPr sz="1600" dirty="0"/>
          </a:p>
          <a:p>
            <a:pPr marL="743040" lvl="1" indent="-283320">
              <a:lnSpc>
                <a:spcPct val="200000"/>
              </a:lnSpc>
              <a:buSzPts val="1600"/>
              <a:buFont typeface="Arial"/>
              <a:buAutoNum type="alphaLcPeriod"/>
            </a:pPr>
            <a:r>
              <a:rPr lang="en-IN" sz="1600" dirty="0">
                <a:latin typeface="Calibri"/>
                <a:ea typeface="Calibri"/>
                <a:cs typeface="Calibri"/>
                <a:sym typeface="Calibri"/>
              </a:rPr>
              <a:t>Connection between the task &amp; the respective operating path in the ribbon</a:t>
            </a:r>
            <a:endParaRPr sz="1600" dirty="0"/>
          </a:p>
        </p:txBody>
      </p:sp>
      <p:pic>
        <p:nvPicPr>
          <p:cNvPr id="429" name="Google Shape;429;p6"/>
          <p:cNvPicPr preferRelativeResize="0"/>
          <p:nvPr/>
        </p:nvPicPr>
        <p:blipFill rotWithShape="1">
          <a:blip r:embed="rId4">
            <a:alphaModFix/>
          </a:blip>
          <a:srcRect l="9273" t="30771" r="9093" b="34965"/>
          <a:stretch/>
        </p:blipFill>
        <p:spPr>
          <a:xfrm>
            <a:off x="0" y="9302"/>
            <a:ext cx="1948200" cy="612600"/>
          </a:xfrm>
          <a:prstGeom prst="roundRect">
            <a:avLst>
              <a:gd name="adj" fmla="val 8594"/>
            </a:avLst>
          </a:prstGeom>
          <a:solidFill>
            <a:srgbClr val="ECECEC"/>
          </a:solidFill>
          <a:ln>
            <a:noFill/>
          </a:ln>
          <a:effectLst>
            <a:reflection stA="38000" endPos="28000" dist="5000" dir="5400000" fadeDir="5400012" sy="-100000" algn="bl" rotWithShape="0"/>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p7"/>
          <p:cNvSpPr/>
          <p:nvPr/>
        </p:nvSpPr>
        <p:spPr>
          <a:xfrm>
            <a:off x="1458360" y="671400"/>
            <a:ext cx="6702840" cy="786960"/>
          </a:xfrm>
          <a:prstGeom prst="rect">
            <a:avLst/>
          </a:prstGeom>
          <a:noFill/>
          <a:ln>
            <a:noFill/>
          </a:ln>
        </p:spPr>
        <p:txBody>
          <a:bodyPr spcFirstLastPara="1" wrap="square" lIns="90000" tIns="45000" rIns="90000" bIns="45000" anchor="ctr" anchorCtr="0">
            <a:normAutofit/>
          </a:bodyPr>
          <a:lstStyle/>
          <a:p>
            <a:pPr>
              <a:lnSpc>
                <a:spcPct val="150000"/>
              </a:lnSpc>
            </a:pPr>
            <a:r>
              <a:rPr lang="en-IN" sz="713" b="1" dirty="0">
                <a:solidFill>
                  <a:srgbClr val="2F5496"/>
                </a:solidFill>
                <a:latin typeface="Libre Baskerville"/>
                <a:ea typeface="Libre Baskerville"/>
                <a:cs typeface="Libre Baskerville"/>
                <a:sym typeface="Libre Baskerville"/>
              </a:rPr>
              <a:t>Getting started with PowerPoint</a:t>
            </a:r>
            <a:br>
              <a:rPr lang="en-IN" sz="414" dirty="0"/>
            </a:br>
            <a:r>
              <a:rPr lang="en-IN" sz="414" dirty="0">
                <a:latin typeface="Calibri"/>
                <a:ea typeface="Calibri"/>
                <a:cs typeface="Calibri"/>
                <a:sym typeface="Calibri"/>
              </a:rPr>
              <a:t> </a:t>
            </a:r>
            <a:endParaRPr sz="414" dirty="0"/>
          </a:p>
        </p:txBody>
      </p:sp>
      <p:pic>
        <p:nvPicPr>
          <p:cNvPr id="436" name="Google Shape;436;p7"/>
          <p:cNvPicPr preferRelativeResize="0"/>
          <p:nvPr/>
        </p:nvPicPr>
        <p:blipFill rotWithShape="1">
          <a:blip r:embed="rId3">
            <a:alphaModFix/>
          </a:blip>
          <a:srcRect/>
          <a:stretch/>
        </p:blipFill>
        <p:spPr>
          <a:xfrm>
            <a:off x="628560" y="2093760"/>
            <a:ext cx="7717680" cy="4573080"/>
          </a:xfrm>
          <a:prstGeom prst="rect">
            <a:avLst/>
          </a:prstGeom>
          <a:noFill/>
          <a:ln>
            <a:noFill/>
          </a:ln>
        </p:spPr>
      </p:pic>
      <p:pic>
        <p:nvPicPr>
          <p:cNvPr id="437" name="Google Shape;437;p7"/>
          <p:cNvPicPr preferRelativeResize="0"/>
          <p:nvPr/>
        </p:nvPicPr>
        <p:blipFill rotWithShape="1">
          <a:blip r:embed="rId4">
            <a:alphaModFix/>
          </a:blip>
          <a:srcRect l="23732" t="16973" r="14759" b="12401"/>
          <a:stretch/>
        </p:blipFill>
        <p:spPr>
          <a:xfrm>
            <a:off x="7835760" y="0"/>
            <a:ext cx="1305720" cy="921240"/>
          </a:xfrm>
          <a:prstGeom prst="rect">
            <a:avLst/>
          </a:prstGeom>
          <a:noFill/>
          <a:ln>
            <a:noFill/>
          </a:ln>
        </p:spPr>
      </p:pic>
      <p:sp>
        <p:nvSpPr>
          <p:cNvPr id="438" name="Google Shape;438;p7"/>
          <p:cNvSpPr/>
          <p:nvPr/>
        </p:nvSpPr>
        <p:spPr>
          <a:xfrm>
            <a:off x="744840" y="1333440"/>
            <a:ext cx="7859520" cy="367878"/>
          </a:xfrm>
          <a:prstGeom prst="rect">
            <a:avLst/>
          </a:prstGeom>
          <a:noFill/>
          <a:ln>
            <a:noFill/>
          </a:ln>
        </p:spPr>
        <p:txBody>
          <a:bodyPr spcFirstLastPara="1" wrap="square" lIns="90000" tIns="45000" rIns="90000" bIns="45000" anchor="t" anchorCtr="0">
            <a:spAutoFit/>
          </a:bodyPr>
          <a:lstStyle/>
          <a:p>
            <a:pPr marL="285840" indent="-283320">
              <a:buSzPts val="1800"/>
              <a:buFont typeface="Arial"/>
              <a:buChar char="•"/>
            </a:pPr>
            <a:r>
              <a:rPr lang="en-IN" sz="1800" b="1" dirty="0">
                <a:latin typeface="Calibri"/>
                <a:ea typeface="Calibri"/>
                <a:cs typeface="Calibri"/>
                <a:sym typeface="Calibri"/>
              </a:rPr>
              <a:t>Start</a:t>
            </a:r>
            <a:r>
              <a:rPr lang="en-IN" sz="1800" dirty="0">
                <a:latin typeface="Calibri"/>
                <a:ea typeface="Calibri"/>
                <a:cs typeface="Calibri"/>
                <a:sym typeface="Calibri"/>
              </a:rPr>
              <a:t> &gt; Programs/Apps &gt; PowerPoint &gt; Open &gt; </a:t>
            </a:r>
            <a:r>
              <a:rPr lang="en-IN" sz="1800" b="1" dirty="0">
                <a:latin typeface="Calibri"/>
                <a:ea typeface="Calibri"/>
                <a:cs typeface="Calibri"/>
                <a:sym typeface="Calibri"/>
              </a:rPr>
              <a:t>PowerPoint Interface</a:t>
            </a:r>
            <a:endParaRPr sz="1800" dirty="0"/>
          </a:p>
        </p:txBody>
      </p:sp>
      <p:sp>
        <p:nvSpPr>
          <p:cNvPr id="439" name="Google Shape;439;p7"/>
          <p:cNvSpPr/>
          <p:nvPr/>
        </p:nvSpPr>
        <p:spPr>
          <a:xfrm>
            <a:off x="3056040" y="4404960"/>
            <a:ext cx="1077480" cy="357480"/>
          </a:xfrm>
          <a:prstGeom prst="rect">
            <a:avLst/>
          </a:prstGeom>
          <a:solidFill>
            <a:srgbClr val="E71224">
              <a:alpha val="4705"/>
            </a:srgbClr>
          </a:solidFill>
          <a:ln w="18000" cap="flat" cmpd="sng">
            <a:solidFill>
              <a:srgbClr val="E71224"/>
            </a:solidFill>
            <a:prstDash val="solid"/>
            <a:miter lim="8000"/>
            <a:headEnd type="none" w="sm" len="sm"/>
            <a:tailEnd type="none" w="sm" len="sm"/>
          </a:ln>
        </p:spPr>
        <p:txBody>
          <a:bodyPr spcFirstLastPara="1" wrap="square" lIns="90000" tIns="45000" rIns="90000" bIns="45000" anchor="ctr" anchorCtr="0">
            <a:noAutofit/>
          </a:bodyPr>
          <a:lstStyle/>
          <a:p>
            <a:pPr algn="r"/>
            <a:r>
              <a:rPr lang="en-IN" sz="1800" b="1" dirty="0">
                <a:solidFill>
                  <a:srgbClr val="0C0C0C"/>
                </a:solidFill>
                <a:latin typeface="Calibri"/>
                <a:ea typeface="Calibri"/>
                <a:cs typeface="Calibri"/>
                <a:sym typeface="Calibri"/>
              </a:rPr>
              <a:t>3</a:t>
            </a:r>
            <a:endParaRPr sz="1800" dirty="0"/>
          </a:p>
        </p:txBody>
      </p:sp>
      <p:sp>
        <p:nvSpPr>
          <p:cNvPr id="440" name="Google Shape;440;p7"/>
          <p:cNvSpPr/>
          <p:nvPr/>
        </p:nvSpPr>
        <p:spPr>
          <a:xfrm>
            <a:off x="2766600" y="6252480"/>
            <a:ext cx="717480" cy="537480"/>
          </a:xfrm>
          <a:prstGeom prst="rect">
            <a:avLst/>
          </a:prstGeom>
          <a:solidFill>
            <a:srgbClr val="E71224">
              <a:alpha val="4705"/>
            </a:srgbClr>
          </a:solidFill>
          <a:ln w="18000" cap="flat" cmpd="sng">
            <a:solidFill>
              <a:srgbClr val="E71224"/>
            </a:solidFill>
            <a:prstDash val="solid"/>
            <a:miter lim="8000"/>
            <a:headEnd type="none" w="sm" len="sm"/>
            <a:tailEnd type="none" w="sm" len="sm"/>
          </a:ln>
        </p:spPr>
        <p:txBody>
          <a:bodyPr spcFirstLastPara="1" wrap="square" lIns="90000" tIns="45000" rIns="90000" bIns="45000" anchor="ctr" anchorCtr="0">
            <a:noAutofit/>
          </a:bodyPr>
          <a:lstStyle/>
          <a:p>
            <a:r>
              <a:rPr lang="en-IN" sz="1800" b="1" dirty="0">
                <a:solidFill>
                  <a:srgbClr val="0C0C0C"/>
                </a:solidFill>
                <a:latin typeface="Calibri"/>
                <a:ea typeface="Calibri"/>
                <a:cs typeface="Calibri"/>
                <a:sym typeface="Calibri"/>
              </a:rPr>
              <a:t>1</a:t>
            </a:r>
            <a:endParaRPr sz="1800" dirty="0"/>
          </a:p>
        </p:txBody>
      </p:sp>
      <p:sp>
        <p:nvSpPr>
          <p:cNvPr id="441" name="Google Shape;441;p7"/>
          <p:cNvSpPr/>
          <p:nvPr/>
        </p:nvSpPr>
        <p:spPr>
          <a:xfrm>
            <a:off x="3071880" y="2894400"/>
            <a:ext cx="717480" cy="357480"/>
          </a:xfrm>
          <a:prstGeom prst="rect">
            <a:avLst/>
          </a:prstGeom>
          <a:solidFill>
            <a:srgbClr val="E71224">
              <a:alpha val="4705"/>
            </a:srgbClr>
          </a:solidFill>
          <a:ln w="18000" cap="flat" cmpd="sng">
            <a:solidFill>
              <a:srgbClr val="E71224"/>
            </a:solidFill>
            <a:prstDash val="solid"/>
            <a:miter lim="8000"/>
            <a:headEnd type="none" w="sm" len="sm"/>
            <a:tailEnd type="none" w="sm" len="sm"/>
          </a:ln>
        </p:spPr>
        <p:txBody>
          <a:bodyPr spcFirstLastPara="1" wrap="square" lIns="90000" tIns="45000" rIns="90000" bIns="45000" anchor="ctr" anchorCtr="0">
            <a:noAutofit/>
          </a:bodyPr>
          <a:lstStyle/>
          <a:p>
            <a:pPr algn="r"/>
            <a:r>
              <a:rPr lang="en-IN" sz="1800" b="1" dirty="0">
                <a:solidFill>
                  <a:srgbClr val="0C0C0C"/>
                </a:solidFill>
                <a:latin typeface="Calibri"/>
                <a:ea typeface="Calibri"/>
                <a:cs typeface="Calibri"/>
                <a:sym typeface="Calibri"/>
              </a:rPr>
              <a:t>2</a:t>
            </a:r>
            <a:endParaRPr sz="1800" dirty="0"/>
          </a:p>
        </p:txBody>
      </p:sp>
      <p:pic>
        <p:nvPicPr>
          <p:cNvPr id="442" name="Google Shape;442;p7"/>
          <p:cNvPicPr preferRelativeResize="0"/>
          <p:nvPr/>
        </p:nvPicPr>
        <p:blipFill rotWithShape="1">
          <a:blip r:embed="rId5">
            <a:alphaModFix/>
          </a:blip>
          <a:srcRect l="9273" t="30771" r="9093" b="34965"/>
          <a:stretch/>
        </p:blipFill>
        <p:spPr>
          <a:xfrm>
            <a:off x="0" y="9302"/>
            <a:ext cx="1948200" cy="612600"/>
          </a:xfrm>
          <a:prstGeom prst="roundRect">
            <a:avLst>
              <a:gd name="adj" fmla="val 8594"/>
            </a:avLst>
          </a:prstGeom>
          <a:solidFill>
            <a:srgbClr val="ECECEC"/>
          </a:solidFill>
          <a:ln>
            <a:noFill/>
          </a:ln>
          <a:effectLst>
            <a:reflection stA="38000" endPos="28000" dist="5000" dir="5400000" fadeDir="5400012" sy="-100000" algn="bl" rotWithShape="0"/>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40"/>
                                        </p:tgtEl>
                                        <p:attrNameLst>
                                          <p:attrName>style.visibility</p:attrName>
                                        </p:attrNameLst>
                                      </p:cBhvr>
                                      <p:to>
                                        <p:strVal val="visible"/>
                                      </p:to>
                                    </p:set>
                                    <p:anim calcmode="lin" valueType="num">
                                      <p:cBhvr additive="base">
                                        <p:cTn id="7" dur="1000"/>
                                        <p:tgtEl>
                                          <p:spTgt spid="440"/>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1" fill="hold" nodeType="clickEffect">
                                  <p:stCondLst>
                                    <p:cond delay="0"/>
                                  </p:stCondLst>
                                  <p:childTnLst>
                                    <p:set>
                                      <p:cBhvr>
                                        <p:cTn id="11" dur="1" fill="hold">
                                          <p:stCondLst>
                                            <p:cond delay="0"/>
                                          </p:stCondLst>
                                        </p:cTn>
                                        <p:tgtEl>
                                          <p:spTgt spid="441"/>
                                        </p:tgtEl>
                                        <p:attrNameLst>
                                          <p:attrName>style.visibility</p:attrName>
                                        </p:attrNameLst>
                                      </p:cBhvr>
                                      <p:to>
                                        <p:strVal val="visible"/>
                                      </p:to>
                                    </p:set>
                                    <p:anim calcmode="lin" valueType="num">
                                      <p:cBhvr additive="base">
                                        <p:cTn id="12" dur="1000"/>
                                        <p:tgtEl>
                                          <p:spTgt spid="441"/>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39"/>
                                        </p:tgtEl>
                                        <p:attrNameLst>
                                          <p:attrName>style.visibility</p:attrName>
                                        </p:attrNameLst>
                                      </p:cBhvr>
                                      <p:to>
                                        <p:strVal val="visible"/>
                                      </p:to>
                                    </p:set>
                                    <p:animEffect transition="in" filter="fade">
                                      <p:cBhvr>
                                        <p:cTn id="17" dur="1000"/>
                                        <p:tgtEl>
                                          <p:spTgt spid="4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sp>
        <p:nvSpPr>
          <p:cNvPr id="448" name="Google Shape;448;p8"/>
          <p:cNvSpPr/>
          <p:nvPr/>
        </p:nvSpPr>
        <p:spPr>
          <a:xfrm>
            <a:off x="480600" y="765720"/>
            <a:ext cx="8217720" cy="5915520"/>
          </a:xfrm>
          <a:prstGeom prst="rect">
            <a:avLst/>
          </a:prstGeom>
          <a:noFill/>
          <a:ln>
            <a:noFill/>
          </a:ln>
        </p:spPr>
        <p:txBody>
          <a:bodyPr spcFirstLastPara="1" wrap="square" lIns="90000" tIns="45000" rIns="90000" bIns="45000" anchor="t" anchorCtr="0">
            <a:normAutofit/>
          </a:bodyPr>
          <a:lstStyle/>
          <a:p>
            <a:pPr marL="171360" indent="-168840">
              <a:lnSpc>
                <a:spcPct val="90000"/>
              </a:lnSpc>
              <a:buSzPts val="1800"/>
              <a:buFont typeface="Arial"/>
              <a:buChar char="•"/>
            </a:pPr>
            <a:r>
              <a:rPr lang="en-IN" sz="1800" dirty="0">
                <a:latin typeface="Calibri"/>
                <a:ea typeface="Calibri"/>
                <a:cs typeface="Calibri"/>
                <a:sym typeface="Calibri"/>
              </a:rPr>
              <a:t>Open PowerPoint &gt; in the left pane, select </a:t>
            </a:r>
            <a:r>
              <a:rPr lang="en-IN" sz="1800" b="1" dirty="0">
                <a:latin typeface="Calibri"/>
                <a:ea typeface="Calibri"/>
                <a:cs typeface="Calibri"/>
                <a:sym typeface="Calibri"/>
              </a:rPr>
              <a:t>New &gt; </a:t>
            </a:r>
            <a:r>
              <a:rPr lang="en-IN" sz="1800" dirty="0">
                <a:latin typeface="Calibri"/>
                <a:ea typeface="Calibri"/>
                <a:cs typeface="Calibri"/>
                <a:sym typeface="Calibri"/>
              </a:rPr>
              <a:t>Select an option:</a:t>
            </a:r>
            <a:endParaRPr sz="1800" dirty="0"/>
          </a:p>
          <a:p>
            <a:pPr marL="514440" lvl="1" indent="-168839">
              <a:lnSpc>
                <a:spcPct val="90000"/>
              </a:lnSpc>
              <a:spcBef>
                <a:spcPts val="374"/>
              </a:spcBef>
              <a:buSzPts val="1800"/>
              <a:buFont typeface="Arial"/>
              <a:buChar char="•"/>
            </a:pPr>
            <a:r>
              <a:rPr lang="en-IN" sz="1800" dirty="0">
                <a:latin typeface="Calibri"/>
                <a:ea typeface="Calibri"/>
                <a:cs typeface="Calibri"/>
                <a:sym typeface="Calibri"/>
              </a:rPr>
              <a:t>To create a presentation from scratch, select </a:t>
            </a:r>
            <a:r>
              <a:rPr lang="en-IN" sz="1800" b="1" dirty="0">
                <a:latin typeface="Calibri"/>
                <a:ea typeface="Calibri"/>
                <a:cs typeface="Calibri"/>
                <a:sym typeface="Calibri"/>
              </a:rPr>
              <a:t>Blank Presentation</a:t>
            </a:r>
            <a:r>
              <a:rPr lang="en-IN" sz="1800" dirty="0">
                <a:latin typeface="Calibri"/>
                <a:ea typeface="Calibri"/>
                <a:cs typeface="Calibri"/>
                <a:sym typeface="Calibri"/>
              </a:rPr>
              <a:t>.</a:t>
            </a:r>
            <a:endParaRPr sz="1800" dirty="0"/>
          </a:p>
          <a:p>
            <a:pPr marL="514440" lvl="1" indent="-168839">
              <a:lnSpc>
                <a:spcPct val="90000"/>
              </a:lnSpc>
              <a:spcBef>
                <a:spcPts val="374"/>
              </a:spcBef>
              <a:buSzPts val="1800"/>
              <a:buFont typeface="Arial"/>
              <a:buChar char="•"/>
            </a:pPr>
            <a:r>
              <a:rPr lang="en-IN" sz="1800" dirty="0">
                <a:latin typeface="Calibri"/>
                <a:ea typeface="Calibri"/>
                <a:cs typeface="Calibri"/>
                <a:sym typeface="Calibri"/>
              </a:rPr>
              <a:t>To use a prepared design, select one of the templates.</a:t>
            </a:r>
            <a:endParaRPr sz="1800" dirty="0"/>
          </a:p>
          <a:p>
            <a:pPr marL="514440" indent="-54720">
              <a:lnSpc>
                <a:spcPct val="90000"/>
              </a:lnSpc>
              <a:spcBef>
                <a:spcPts val="374"/>
              </a:spcBef>
            </a:pPr>
            <a:endParaRPr sz="1800" dirty="0"/>
          </a:p>
          <a:p>
            <a:pPr marL="514440" indent="-54720">
              <a:lnSpc>
                <a:spcPct val="90000"/>
              </a:lnSpc>
              <a:spcBef>
                <a:spcPts val="374"/>
              </a:spcBef>
            </a:pPr>
            <a:endParaRPr sz="1800" dirty="0"/>
          </a:p>
          <a:p>
            <a:pPr marL="514440" indent="-54720">
              <a:lnSpc>
                <a:spcPct val="90000"/>
              </a:lnSpc>
              <a:spcBef>
                <a:spcPts val="374"/>
              </a:spcBef>
            </a:pPr>
            <a:endParaRPr sz="1800" dirty="0"/>
          </a:p>
          <a:p>
            <a:pPr marL="514440" indent="-54720">
              <a:lnSpc>
                <a:spcPct val="90000"/>
              </a:lnSpc>
              <a:spcBef>
                <a:spcPts val="374"/>
              </a:spcBef>
            </a:pPr>
            <a:endParaRPr sz="1800" dirty="0"/>
          </a:p>
          <a:p>
            <a:pPr marL="514440" indent="-54720">
              <a:lnSpc>
                <a:spcPct val="90000"/>
              </a:lnSpc>
              <a:spcBef>
                <a:spcPts val="374"/>
              </a:spcBef>
            </a:pPr>
            <a:endParaRPr sz="1800" dirty="0"/>
          </a:p>
          <a:p>
            <a:pPr marL="514440" indent="-54720">
              <a:lnSpc>
                <a:spcPct val="90000"/>
              </a:lnSpc>
              <a:spcBef>
                <a:spcPts val="374"/>
              </a:spcBef>
            </a:pPr>
            <a:endParaRPr sz="1800" dirty="0"/>
          </a:p>
          <a:p>
            <a:pPr marL="514440" indent="-54720">
              <a:lnSpc>
                <a:spcPct val="90000"/>
              </a:lnSpc>
              <a:spcBef>
                <a:spcPts val="374"/>
              </a:spcBef>
            </a:pPr>
            <a:endParaRPr sz="1800" dirty="0"/>
          </a:p>
          <a:p>
            <a:pPr marL="514440" indent="-54720">
              <a:lnSpc>
                <a:spcPct val="90000"/>
              </a:lnSpc>
              <a:spcBef>
                <a:spcPts val="374"/>
              </a:spcBef>
            </a:pPr>
            <a:endParaRPr sz="1800" dirty="0"/>
          </a:p>
          <a:p>
            <a:pPr marL="514440" indent="-54720">
              <a:lnSpc>
                <a:spcPct val="90000"/>
              </a:lnSpc>
              <a:spcBef>
                <a:spcPts val="374"/>
              </a:spcBef>
            </a:pPr>
            <a:endParaRPr sz="1800" dirty="0"/>
          </a:p>
          <a:p>
            <a:pPr marL="514440" indent="-54720">
              <a:lnSpc>
                <a:spcPct val="90000"/>
              </a:lnSpc>
              <a:spcBef>
                <a:spcPts val="374"/>
              </a:spcBef>
            </a:pPr>
            <a:endParaRPr sz="1800" dirty="0"/>
          </a:p>
          <a:p>
            <a:pPr marL="514440" indent="-54720">
              <a:lnSpc>
                <a:spcPct val="90000"/>
              </a:lnSpc>
              <a:spcBef>
                <a:spcPts val="374"/>
              </a:spcBef>
            </a:pPr>
            <a:endParaRPr sz="1800" dirty="0"/>
          </a:p>
          <a:p>
            <a:pPr marL="514440" indent="-54720">
              <a:lnSpc>
                <a:spcPct val="90000"/>
              </a:lnSpc>
              <a:spcBef>
                <a:spcPts val="374"/>
              </a:spcBef>
            </a:pPr>
            <a:endParaRPr sz="1800" dirty="0"/>
          </a:p>
          <a:p>
            <a:pPr marL="514440" indent="-54720">
              <a:lnSpc>
                <a:spcPct val="90000"/>
              </a:lnSpc>
              <a:spcBef>
                <a:spcPts val="374"/>
              </a:spcBef>
            </a:pPr>
            <a:endParaRPr sz="1800" dirty="0"/>
          </a:p>
          <a:p>
            <a:pPr marL="514440" indent="-54720">
              <a:lnSpc>
                <a:spcPct val="90000"/>
              </a:lnSpc>
              <a:spcBef>
                <a:spcPts val="374"/>
              </a:spcBef>
            </a:pPr>
            <a:endParaRPr sz="1800" dirty="0"/>
          </a:p>
          <a:p>
            <a:pPr marL="514440" indent="-54720">
              <a:lnSpc>
                <a:spcPct val="90000"/>
              </a:lnSpc>
              <a:spcBef>
                <a:spcPts val="374"/>
              </a:spcBef>
            </a:pPr>
            <a:endParaRPr sz="1800" dirty="0"/>
          </a:p>
          <a:p>
            <a:pPr marL="514440" indent="-54720">
              <a:lnSpc>
                <a:spcPct val="90000"/>
              </a:lnSpc>
              <a:spcBef>
                <a:spcPts val="374"/>
              </a:spcBef>
            </a:pPr>
            <a:endParaRPr sz="1800" dirty="0"/>
          </a:p>
          <a:p>
            <a:pPr marL="514440" indent="-54720">
              <a:lnSpc>
                <a:spcPct val="90000"/>
              </a:lnSpc>
              <a:spcBef>
                <a:spcPts val="374"/>
              </a:spcBef>
            </a:pPr>
            <a:endParaRPr sz="1800" dirty="0"/>
          </a:p>
          <a:p>
            <a:pPr marL="171360" indent="-35640">
              <a:lnSpc>
                <a:spcPct val="90000"/>
              </a:lnSpc>
              <a:spcBef>
                <a:spcPts val="751"/>
              </a:spcBef>
            </a:pPr>
            <a:endParaRPr sz="1800" dirty="0"/>
          </a:p>
        </p:txBody>
      </p:sp>
      <p:pic>
        <p:nvPicPr>
          <p:cNvPr id="449" name="Google Shape;449;p8"/>
          <p:cNvPicPr preferRelativeResize="0"/>
          <p:nvPr/>
        </p:nvPicPr>
        <p:blipFill rotWithShape="1">
          <a:blip r:embed="rId3">
            <a:alphaModFix/>
          </a:blip>
          <a:srcRect l="23732" t="16973" r="14759" b="12401"/>
          <a:stretch/>
        </p:blipFill>
        <p:spPr>
          <a:xfrm>
            <a:off x="7835760" y="0"/>
            <a:ext cx="1305720" cy="921240"/>
          </a:xfrm>
          <a:prstGeom prst="rect">
            <a:avLst/>
          </a:prstGeom>
          <a:noFill/>
          <a:ln>
            <a:noFill/>
          </a:ln>
        </p:spPr>
      </p:pic>
      <p:pic>
        <p:nvPicPr>
          <p:cNvPr id="450" name="Google Shape;450;p8"/>
          <p:cNvPicPr preferRelativeResize="0"/>
          <p:nvPr/>
        </p:nvPicPr>
        <p:blipFill rotWithShape="1">
          <a:blip r:embed="rId4">
            <a:alphaModFix/>
          </a:blip>
          <a:srcRect/>
          <a:stretch/>
        </p:blipFill>
        <p:spPr>
          <a:xfrm>
            <a:off x="-2314440" y="2863440"/>
            <a:ext cx="33480" cy="213480"/>
          </a:xfrm>
          <a:prstGeom prst="rect">
            <a:avLst/>
          </a:prstGeom>
          <a:noFill/>
          <a:ln>
            <a:noFill/>
          </a:ln>
        </p:spPr>
      </p:pic>
      <p:pic>
        <p:nvPicPr>
          <p:cNvPr id="451" name="Google Shape;451;p8"/>
          <p:cNvPicPr preferRelativeResize="0"/>
          <p:nvPr/>
        </p:nvPicPr>
        <p:blipFill rotWithShape="1">
          <a:blip r:embed="rId5">
            <a:alphaModFix/>
          </a:blip>
          <a:srcRect/>
          <a:stretch/>
        </p:blipFill>
        <p:spPr>
          <a:xfrm>
            <a:off x="-167400" y="1134000"/>
            <a:ext cx="33480" cy="213480"/>
          </a:xfrm>
          <a:prstGeom prst="rect">
            <a:avLst/>
          </a:prstGeom>
          <a:noFill/>
          <a:ln>
            <a:noFill/>
          </a:ln>
        </p:spPr>
      </p:pic>
      <p:pic>
        <p:nvPicPr>
          <p:cNvPr id="452" name="Google Shape;452;p8"/>
          <p:cNvPicPr preferRelativeResize="0"/>
          <p:nvPr/>
        </p:nvPicPr>
        <p:blipFill rotWithShape="1">
          <a:blip r:embed="rId6">
            <a:alphaModFix/>
          </a:blip>
          <a:srcRect/>
          <a:stretch/>
        </p:blipFill>
        <p:spPr>
          <a:xfrm>
            <a:off x="854640" y="1852920"/>
            <a:ext cx="6978600" cy="4738320"/>
          </a:xfrm>
          <a:prstGeom prst="rect">
            <a:avLst/>
          </a:prstGeom>
          <a:noFill/>
          <a:ln>
            <a:noFill/>
          </a:ln>
          <a:effectLst>
            <a:outerShdw algn="ctr" rotWithShape="0">
              <a:srgbClr val="000000"/>
            </a:outerShdw>
          </a:effectLst>
        </p:spPr>
      </p:pic>
      <p:sp>
        <p:nvSpPr>
          <p:cNvPr id="453" name="Google Shape;453;p8"/>
          <p:cNvSpPr/>
          <p:nvPr/>
        </p:nvSpPr>
        <p:spPr>
          <a:xfrm>
            <a:off x="554760" y="3059280"/>
            <a:ext cx="1257480" cy="717480"/>
          </a:xfrm>
          <a:prstGeom prst="rect">
            <a:avLst/>
          </a:prstGeom>
          <a:solidFill>
            <a:srgbClr val="000000">
              <a:alpha val="4705"/>
            </a:srgbClr>
          </a:solidFill>
          <a:ln w="36000" cap="flat" cmpd="sng">
            <a:solidFill>
              <a:srgbClr val="000000"/>
            </a:solidFill>
            <a:prstDash val="solid"/>
            <a:miter lim="8000"/>
            <a:headEnd type="none" w="sm" len="sm"/>
            <a:tailEnd type="none" w="sm" len="sm"/>
          </a:ln>
        </p:spPr>
        <p:txBody>
          <a:bodyPr spcFirstLastPara="1" wrap="square" lIns="91425" tIns="91425" rIns="91425" bIns="91425" anchor="ctr" anchorCtr="0">
            <a:noAutofit/>
          </a:bodyPr>
          <a:lstStyle/>
          <a:p>
            <a:endParaRPr dirty="0"/>
          </a:p>
        </p:txBody>
      </p:sp>
      <p:pic>
        <p:nvPicPr>
          <p:cNvPr id="454" name="Google Shape;454;p8"/>
          <p:cNvPicPr preferRelativeResize="0"/>
          <p:nvPr/>
        </p:nvPicPr>
        <p:blipFill rotWithShape="1">
          <a:blip r:embed="rId7">
            <a:alphaModFix/>
          </a:blip>
          <a:srcRect l="9273" t="30771" r="9093" b="34965"/>
          <a:stretch/>
        </p:blipFill>
        <p:spPr>
          <a:xfrm>
            <a:off x="0" y="9302"/>
            <a:ext cx="1948200" cy="612600"/>
          </a:xfrm>
          <a:prstGeom prst="roundRect">
            <a:avLst>
              <a:gd name="adj" fmla="val 8594"/>
            </a:avLst>
          </a:prstGeom>
          <a:solidFill>
            <a:srgbClr val="ECECEC"/>
          </a:solidFill>
          <a:ln>
            <a:noFill/>
          </a:ln>
          <a:effectLst>
            <a:reflection stA="38000" endPos="28000" dist="5000" dir="5400000" fadeDir="5400012" sy="-100000" algn="bl" rotWithShape="0"/>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453"/>
                                        </p:tgtEl>
                                        <p:attrNameLst>
                                          <p:attrName>style.visibility</p:attrName>
                                        </p:attrNameLst>
                                      </p:cBhvr>
                                      <p:to>
                                        <p:strVal val="visible"/>
                                      </p:to>
                                    </p:set>
                                    <p:anim calcmode="lin" valueType="num">
                                      <p:cBhvr additive="base">
                                        <p:cTn id="7" dur="1000"/>
                                        <p:tgtEl>
                                          <p:spTgt spid="453"/>
                                        </p:tgtEl>
                                        <p:attrNameLst>
                                          <p:attrName>ppt_w</p:attrName>
                                        </p:attrNameLst>
                                      </p:cBhvr>
                                      <p:tavLst>
                                        <p:tav tm="0">
                                          <p:val>
                                            <p:strVal val="0"/>
                                          </p:val>
                                        </p:tav>
                                        <p:tav tm="100000">
                                          <p:val>
                                            <p:strVal val="#ppt_w"/>
                                          </p:val>
                                        </p:tav>
                                      </p:tavLst>
                                    </p:anim>
                                    <p:anim calcmode="lin" valueType="num">
                                      <p:cBhvr additive="base">
                                        <p:cTn id="8" dur="1000"/>
                                        <p:tgtEl>
                                          <p:spTgt spid="453"/>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9"/>
          <p:cNvSpPr/>
          <p:nvPr/>
        </p:nvSpPr>
        <p:spPr>
          <a:xfrm>
            <a:off x="628560" y="692640"/>
            <a:ext cx="7884360" cy="1323000"/>
          </a:xfrm>
          <a:prstGeom prst="rect">
            <a:avLst/>
          </a:prstGeom>
          <a:noFill/>
          <a:ln>
            <a:noFill/>
          </a:ln>
        </p:spPr>
        <p:txBody>
          <a:bodyPr spcFirstLastPara="1" wrap="square" lIns="90000" tIns="45000" rIns="90000" bIns="45000" anchor="ctr" anchorCtr="0">
            <a:normAutofit/>
          </a:bodyPr>
          <a:lstStyle/>
          <a:p>
            <a:pPr marL="343080" indent="-340560">
              <a:lnSpc>
                <a:spcPct val="90000"/>
              </a:lnSpc>
              <a:buSzPts val="2400"/>
              <a:buFont typeface="Arial"/>
              <a:buChar char="•"/>
            </a:pPr>
            <a:r>
              <a:rPr lang="en-IN" sz="2400" b="1" dirty="0">
                <a:latin typeface="Calibri"/>
                <a:ea typeface="Calibri"/>
                <a:cs typeface="Calibri"/>
                <a:sym typeface="Calibri"/>
              </a:rPr>
              <a:t>PowerPoint Interface</a:t>
            </a:r>
            <a:endParaRPr sz="2400" dirty="0"/>
          </a:p>
        </p:txBody>
      </p:sp>
      <p:pic>
        <p:nvPicPr>
          <p:cNvPr id="461" name="Google Shape;461;p9"/>
          <p:cNvPicPr preferRelativeResize="0"/>
          <p:nvPr/>
        </p:nvPicPr>
        <p:blipFill rotWithShape="1">
          <a:blip r:embed="rId3">
            <a:alphaModFix/>
          </a:blip>
          <a:srcRect l="23732" t="16973" r="14759" b="12401"/>
          <a:stretch/>
        </p:blipFill>
        <p:spPr>
          <a:xfrm>
            <a:off x="7639920" y="59040"/>
            <a:ext cx="1305720" cy="921240"/>
          </a:xfrm>
          <a:prstGeom prst="rect">
            <a:avLst/>
          </a:prstGeom>
          <a:noFill/>
          <a:ln>
            <a:noFill/>
          </a:ln>
        </p:spPr>
      </p:pic>
      <p:pic>
        <p:nvPicPr>
          <p:cNvPr id="462" name="Google Shape;462;p9"/>
          <p:cNvPicPr preferRelativeResize="0"/>
          <p:nvPr/>
        </p:nvPicPr>
        <p:blipFill>
          <a:blip r:embed="rId4">
            <a:alphaModFix/>
          </a:blip>
          <a:stretch>
            <a:fillRect/>
          </a:stretch>
        </p:blipFill>
        <p:spPr>
          <a:xfrm>
            <a:off x="291827" y="1898575"/>
            <a:ext cx="8595725" cy="4875600"/>
          </a:xfrm>
          <a:prstGeom prst="rect">
            <a:avLst/>
          </a:prstGeom>
          <a:noFill/>
          <a:ln>
            <a:noFill/>
          </a:ln>
        </p:spPr>
      </p:pic>
      <p:pic>
        <p:nvPicPr>
          <p:cNvPr id="463" name="Google Shape;463;p9"/>
          <p:cNvPicPr preferRelativeResize="0"/>
          <p:nvPr/>
        </p:nvPicPr>
        <p:blipFill rotWithShape="1">
          <a:blip r:embed="rId5">
            <a:alphaModFix/>
          </a:blip>
          <a:srcRect l="9273" t="30771" r="9093" b="34965"/>
          <a:stretch/>
        </p:blipFill>
        <p:spPr>
          <a:xfrm>
            <a:off x="0" y="9302"/>
            <a:ext cx="1948200" cy="612600"/>
          </a:xfrm>
          <a:prstGeom prst="roundRect">
            <a:avLst>
              <a:gd name="adj" fmla="val 8594"/>
            </a:avLst>
          </a:prstGeom>
          <a:solidFill>
            <a:srgbClr val="ECECEC"/>
          </a:solidFill>
          <a:ln>
            <a:noFill/>
          </a:ln>
          <a:effectLst>
            <a:reflection stA="38000" endPos="28000" dist="5000" dir="5400000" fadeDir="5400012" sy="-100000" algn="bl" rotWithShape="0"/>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pic>
        <p:nvPicPr>
          <p:cNvPr id="469" name="Google Shape;469;g185a9b41370_0_1"/>
          <p:cNvPicPr preferRelativeResize="0"/>
          <p:nvPr/>
        </p:nvPicPr>
        <p:blipFill rotWithShape="1">
          <a:blip r:embed="rId3">
            <a:alphaModFix/>
          </a:blip>
          <a:srcRect/>
          <a:stretch/>
        </p:blipFill>
        <p:spPr>
          <a:xfrm>
            <a:off x="766624" y="1363222"/>
            <a:ext cx="7610761" cy="4595760"/>
          </a:xfrm>
          <a:prstGeom prst="rect">
            <a:avLst/>
          </a:prstGeom>
          <a:noFill/>
          <a:ln>
            <a:noFill/>
          </a:ln>
        </p:spPr>
      </p:pic>
      <p:pic>
        <p:nvPicPr>
          <p:cNvPr id="470" name="Google Shape;470;g185a9b41370_0_1"/>
          <p:cNvPicPr preferRelativeResize="0"/>
          <p:nvPr/>
        </p:nvPicPr>
        <p:blipFill rotWithShape="1">
          <a:blip r:embed="rId4">
            <a:alphaModFix/>
          </a:blip>
          <a:srcRect l="9273" t="30771" r="9093" b="34965"/>
          <a:stretch/>
        </p:blipFill>
        <p:spPr>
          <a:xfrm>
            <a:off x="0" y="9302"/>
            <a:ext cx="1948200" cy="612600"/>
          </a:xfrm>
          <a:prstGeom prst="roundRect">
            <a:avLst>
              <a:gd name="adj" fmla="val 8594"/>
            </a:avLst>
          </a:prstGeom>
          <a:solidFill>
            <a:srgbClr val="ECECEC"/>
          </a:solidFill>
          <a:ln>
            <a:noFill/>
          </a:ln>
          <a:effectLst>
            <a:reflection stA="38000" endPos="28000" dist="5000" dir="5400000" fadeDir="5400012" sy="-100000" algn="bl" rotWithShape="0"/>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sp>
        <p:nvSpPr>
          <p:cNvPr id="475" name="Google Shape;475;p10"/>
          <p:cNvSpPr/>
          <p:nvPr/>
        </p:nvSpPr>
        <p:spPr>
          <a:xfrm>
            <a:off x="412560" y="509040"/>
            <a:ext cx="8316360" cy="1574280"/>
          </a:xfrm>
          <a:prstGeom prst="rect">
            <a:avLst/>
          </a:prstGeom>
          <a:noFill/>
          <a:ln>
            <a:noFill/>
          </a:ln>
        </p:spPr>
        <p:txBody>
          <a:bodyPr spcFirstLastPara="1" wrap="square" lIns="90000" tIns="45000" rIns="90000" bIns="45000" anchor="ctr" anchorCtr="0">
            <a:noAutofit/>
          </a:bodyPr>
          <a:lstStyle/>
          <a:p>
            <a:pPr marL="285840" indent="-283320">
              <a:lnSpc>
                <a:spcPct val="90000"/>
              </a:lnSpc>
              <a:buSzPts val="1600"/>
              <a:buFont typeface="Arial"/>
              <a:buChar char="•"/>
            </a:pPr>
            <a:r>
              <a:rPr lang="en-IN" sz="1600" b="1" dirty="0">
                <a:latin typeface="Calibri"/>
                <a:ea typeface="Calibri"/>
                <a:cs typeface="Calibri"/>
                <a:sym typeface="Calibri"/>
              </a:rPr>
              <a:t>	</a:t>
            </a:r>
            <a:br>
              <a:rPr lang="en-IN" sz="1800" dirty="0"/>
            </a:br>
            <a:br>
              <a:rPr lang="en-IN" sz="1800" dirty="0"/>
            </a:br>
            <a:r>
              <a:rPr lang="en-IN" sz="1600" b="1" dirty="0">
                <a:latin typeface="Calibri"/>
                <a:ea typeface="Calibri"/>
                <a:cs typeface="Calibri"/>
                <a:sym typeface="Calibri"/>
              </a:rPr>
              <a:t>		</a:t>
            </a:r>
            <a:r>
              <a:rPr lang="en-IN" sz="1600" b="1" dirty="0"/>
              <a:t>Save the presentation – Save &amp; Save As from File Tab. </a:t>
            </a:r>
            <a:br>
              <a:rPr lang="en-IN" sz="1800" dirty="0"/>
            </a:br>
            <a:r>
              <a:rPr lang="en-IN" sz="1600" b="1" dirty="0">
                <a:latin typeface="Calibri"/>
                <a:ea typeface="Calibri"/>
                <a:cs typeface="Calibri"/>
                <a:sym typeface="Calibri"/>
              </a:rPr>
              <a:t>Save As </a:t>
            </a:r>
            <a:r>
              <a:rPr lang="en-IN" sz="1600" dirty="0">
                <a:latin typeface="Calibri"/>
                <a:ea typeface="Calibri"/>
                <a:cs typeface="Calibri"/>
                <a:sym typeface="Calibri"/>
              </a:rPr>
              <a:t>– To store the current open document with a new name or location.</a:t>
            </a:r>
            <a:br>
              <a:rPr lang="en-IN" sz="1800" dirty="0"/>
            </a:br>
            <a:r>
              <a:rPr lang="en-IN" sz="1600" b="1" dirty="0">
                <a:latin typeface="Calibri"/>
                <a:ea typeface="Calibri"/>
                <a:cs typeface="Calibri"/>
                <a:sym typeface="Calibri"/>
              </a:rPr>
              <a:t>Save</a:t>
            </a:r>
            <a:r>
              <a:rPr lang="en-IN" sz="1600" dirty="0">
                <a:latin typeface="Calibri"/>
                <a:ea typeface="Calibri"/>
                <a:cs typeface="Calibri"/>
                <a:sym typeface="Calibri"/>
              </a:rPr>
              <a:t> – To store the current open document as a file. If the file has not been saved yet, prompts for a filename. Same as Quick Save. </a:t>
            </a:r>
            <a:r>
              <a:rPr lang="en-IN" sz="1600" dirty="0" err="1">
                <a:latin typeface="Calibri"/>
                <a:ea typeface="Calibri"/>
                <a:cs typeface="Calibri"/>
                <a:sym typeface="Calibri"/>
              </a:rPr>
              <a:t>Crtl+S</a:t>
            </a:r>
            <a:r>
              <a:rPr lang="en-IN" sz="1600">
                <a:latin typeface="Calibri"/>
                <a:ea typeface="Calibri"/>
                <a:cs typeface="Calibri"/>
                <a:sym typeface="Calibri"/>
              </a:rPr>
              <a:t>.</a:t>
            </a:r>
            <a:br>
              <a:rPr lang="en-IN" sz="1800"/>
            </a:br>
            <a:r>
              <a:rPr lang="en-IN" sz="1600" b="1">
                <a:latin typeface="Calibri"/>
                <a:ea typeface="Calibri"/>
                <a:cs typeface="Calibri"/>
                <a:sym typeface="Calibri"/>
              </a:rPr>
              <a:t>File Extension </a:t>
            </a:r>
            <a:r>
              <a:rPr lang="en-IN" sz="1600">
                <a:latin typeface="Calibri"/>
                <a:ea typeface="Calibri"/>
                <a:cs typeface="Calibri"/>
                <a:sym typeface="Calibri"/>
              </a:rPr>
              <a:t>(basic)</a:t>
            </a:r>
            <a:r>
              <a:rPr lang="en-IN" sz="1600" b="1">
                <a:latin typeface="Calibri"/>
                <a:ea typeface="Calibri"/>
                <a:cs typeface="Calibri"/>
                <a:sym typeface="Calibri"/>
              </a:rPr>
              <a:t> - .</a:t>
            </a:r>
            <a:r>
              <a:rPr lang="en-IN" sz="1600">
                <a:latin typeface="Calibri"/>
                <a:ea typeface="Calibri"/>
                <a:cs typeface="Calibri"/>
                <a:sym typeface="Calibri"/>
              </a:rPr>
              <a:t>pptx or .ppt</a:t>
            </a:r>
            <a:br>
              <a:rPr lang="en-IN" sz="1800"/>
            </a:br>
            <a:r>
              <a:rPr lang="en-IN" sz="1600">
                <a:latin typeface="Calibri"/>
                <a:ea typeface="Calibri"/>
                <a:cs typeface="Calibri"/>
                <a:sym typeface="Calibri"/>
              </a:rPr>
              <a:t> </a:t>
            </a:r>
            <a:endParaRPr sz="1600"/>
          </a:p>
        </p:txBody>
      </p:sp>
      <p:pic>
        <p:nvPicPr>
          <p:cNvPr id="476" name="Google Shape;476;p10"/>
          <p:cNvPicPr preferRelativeResize="0"/>
          <p:nvPr/>
        </p:nvPicPr>
        <p:blipFill rotWithShape="1">
          <a:blip r:embed="rId3">
            <a:alphaModFix/>
          </a:blip>
          <a:srcRect/>
          <a:stretch/>
        </p:blipFill>
        <p:spPr>
          <a:xfrm>
            <a:off x="689400" y="2293560"/>
            <a:ext cx="7733160" cy="4348800"/>
          </a:xfrm>
          <a:prstGeom prst="rect">
            <a:avLst/>
          </a:prstGeom>
          <a:noFill/>
          <a:ln>
            <a:noFill/>
          </a:ln>
        </p:spPr>
      </p:pic>
      <p:pic>
        <p:nvPicPr>
          <p:cNvPr id="477" name="Google Shape;477;p10"/>
          <p:cNvPicPr preferRelativeResize="0"/>
          <p:nvPr/>
        </p:nvPicPr>
        <p:blipFill rotWithShape="1">
          <a:blip r:embed="rId4">
            <a:alphaModFix/>
          </a:blip>
          <a:srcRect l="23732" t="16973" r="14759" b="12401"/>
          <a:stretch/>
        </p:blipFill>
        <p:spPr>
          <a:xfrm>
            <a:off x="7639920" y="59040"/>
            <a:ext cx="1305720" cy="921240"/>
          </a:xfrm>
          <a:prstGeom prst="rect">
            <a:avLst/>
          </a:prstGeom>
          <a:noFill/>
          <a:ln>
            <a:noFill/>
          </a:ln>
        </p:spPr>
      </p:pic>
      <p:sp>
        <p:nvSpPr>
          <p:cNvPr id="478" name="Google Shape;478;p10"/>
          <p:cNvSpPr/>
          <p:nvPr/>
        </p:nvSpPr>
        <p:spPr>
          <a:xfrm>
            <a:off x="528840" y="3585960"/>
            <a:ext cx="897480" cy="537480"/>
          </a:xfrm>
          <a:prstGeom prst="rect">
            <a:avLst/>
          </a:prstGeom>
          <a:solidFill>
            <a:srgbClr val="000000">
              <a:alpha val="4705"/>
            </a:srgbClr>
          </a:solidFill>
          <a:ln w="18000" cap="flat" cmpd="sng">
            <a:solidFill>
              <a:srgbClr val="000000"/>
            </a:solidFill>
            <a:prstDash val="solid"/>
            <a:miter lim="8000"/>
            <a:headEnd type="none" w="sm" len="sm"/>
            <a:tailEnd type="none" w="sm" len="sm"/>
          </a:ln>
        </p:spPr>
        <p:txBody>
          <a:bodyPr spcFirstLastPara="1" wrap="square" lIns="90000" tIns="45000" rIns="90000" bIns="45000" anchor="t" anchorCtr="0">
            <a:noAutofit/>
          </a:bodyPr>
          <a:lstStyle/>
          <a:p>
            <a:pPr algn="r"/>
            <a:r>
              <a:rPr lang="en-IN" sz="1800" b="1">
                <a:latin typeface="Calibri"/>
                <a:ea typeface="Calibri"/>
                <a:cs typeface="Calibri"/>
                <a:sym typeface="Calibri"/>
              </a:rPr>
              <a:t>1</a:t>
            </a:r>
            <a:endParaRPr sz="1800"/>
          </a:p>
        </p:txBody>
      </p:sp>
      <p:sp>
        <p:nvSpPr>
          <p:cNvPr id="479" name="Google Shape;479;p10"/>
          <p:cNvSpPr/>
          <p:nvPr/>
        </p:nvSpPr>
        <p:spPr>
          <a:xfrm>
            <a:off x="4397760" y="5324760"/>
            <a:ext cx="1257480" cy="537480"/>
          </a:xfrm>
          <a:prstGeom prst="rect">
            <a:avLst/>
          </a:prstGeom>
          <a:solidFill>
            <a:srgbClr val="000000">
              <a:alpha val="4705"/>
            </a:srgbClr>
          </a:solidFill>
          <a:ln w="18000" cap="flat" cmpd="sng">
            <a:solidFill>
              <a:srgbClr val="000000"/>
            </a:solidFill>
            <a:prstDash val="solid"/>
            <a:miter lim="8000"/>
            <a:headEnd type="none" w="sm" len="sm"/>
            <a:tailEnd type="none" w="sm" len="sm"/>
          </a:ln>
        </p:spPr>
        <p:txBody>
          <a:bodyPr spcFirstLastPara="1" wrap="square" lIns="90000" tIns="45000" rIns="90000" bIns="45000" anchor="ctr" anchorCtr="0">
            <a:noAutofit/>
          </a:bodyPr>
          <a:lstStyle/>
          <a:p>
            <a:pPr algn="r"/>
            <a:r>
              <a:rPr lang="en-IN" sz="1800">
                <a:latin typeface="Calibri"/>
                <a:ea typeface="Calibri"/>
                <a:cs typeface="Calibri"/>
                <a:sym typeface="Calibri"/>
              </a:rPr>
              <a:t>3</a:t>
            </a:r>
            <a:endParaRPr sz="1800"/>
          </a:p>
        </p:txBody>
      </p:sp>
      <p:sp>
        <p:nvSpPr>
          <p:cNvPr id="480" name="Google Shape;480;p10"/>
          <p:cNvSpPr/>
          <p:nvPr/>
        </p:nvSpPr>
        <p:spPr>
          <a:xfrm>
            <a:off x="5564880" y="3772800"/>
            <a:ext cx="567720" cy="357480"/>
          </a:xfrm>
          <a:prstGeom prst="rect">
            <a:avLst/>
          </a:prstGeom>
          <a:solidFill>
            <a:srgbClr val="000000">
              <a:alpha val="4705"/>
            </a:srgbClr>
          </a:solidFill>
          <a:ln w="18000" cap="flat" cmpd="sng">
            <a:solidFill>
              <a:srgbClr val="000000"/>
            </a:solidFill>
            <a:prstDash val="solid"/>
            <a:miter lim="8000"/>
            <a:headEnd type="none" w="sm" len="sm"/>
            <a:tailEnd type="none" w="sm" len="sm"/>
          </a:ln>
        </p:spPr>
        <p:txBody>
          <a:bodyPr spcFirstLastPara="1" wrap="square" lIns="90000" tIns="45000" rIns="90000" bIns="45000" anchor="ctr" anchorCtr="0">
            <a:noAutofit/>
          </a:bodyPr>
          <a:lstStyle/>
          <a:p>
            <a:pPr algn="r"/>
            <a:r>
              <a:rPr lang="en-IN" sz="1800">
                <a:latin typeface="Calibri"/>
                <a:ea typeface="Calibri"/>
                <a:cs typeface="Calibri"/>
                <a:sym typeface="Calibri"/>
              </a:rPr>
              <a:t>2</a:t>
            </a:r>
            <a:endParaRPr sz="1800"/>
          </a:p>
        </p:txBody>
      </p:sp>
      <p:sp>
        <p:nvSpPr>
          <p:cNvPr id="481" name="Google Shape;481;p10"/>
          <p:cNvSpPr/>
          <p:nvPr/>
        </p:nvSpPr>
        <p:spPr>
          <a:xfrm>
            <a:off x="6968160" y="5714640"/>
            <a:ext cx="537480" cy="357480"/>
          </a:xfrm>
          <a:prstGeom prst="rect">
            <a:avLst/>
          </a:prstGeom>
          <a:solidFill>
            <a:srgbClr val="000000">
              <a:alpha val="4705"/>
            </a:srgbClr>
          </a:solidFill>
          <a:ln w="18000" cap="flat" cmpd="sng">
            <a:solidFill>
              <a:srgbClr val="000000"/>
            </a:solidFill>
            <a:prstDash val="solid"/>
            <a:miter lim="8000"/>
            <a:headEnd type="none" w="sm" len="sm"/>
            <a:tailEnd type="none" w="sm" len="sm"/>
          </a:ln>
        </p:spPr>
        <p:txBody>
          <a:bodyPr spcFirstLastPara="1" wrap="square" lIns="90000" tIns="45000" rIns="90000" bIns="45000" anchor="ctr" anchorCtr="0">
            <a:noAutofit/>
          </a:bodyPr>
          <a:lstStyle/>
          <a:p>
            <a:pPr algn="r"/>
            <a:r>
              <a:rPr lang="en-IN" sz="1800">
                <a:latin typeface="Calibri"/>
                <a:ea typeface="Calibri"/>
                <a:cs typeface="Calibri"/>
                <a:sym typeface="Calibri"/>
              </a:rPr>
              <a:t>4</a:t>
            </a:r>
            <a:endParaRPr sz="1800"/>
          </a:p>
        </p:txBody>
      </p:sp>
      <p:pic>
        <p:nvPicPr>
          <p:cNvPr id="482" name="Google Shape;482;p10"/>
          <p:cNvPicPr preferRelativeResize="0"/>
          <p:nvPr/>
        </p:nvPicPr>
        <p:blipFill rotWithShape="1">
          <a:blip r:embed="rId5">
            <a:alphaModFix/>
          </a:blip>
          <a:srcRect l="9273" t="30771" r="9093" b="34965"/>
          <a:stretch/>
        </p:blipFill>
        <p:spPr>
          <a:xfrm>
            <a:off x="0" y="9302"/>
            <a:ext cx="1948200" cy="612600"/>
          </a:xfrm>
          <a:prstGeom prst="roundRect">
            <a:avLst>
              <a:gd name="adj" fmla="val 8594"/>
            </a:avLst>
          </a:prstGeom>
          <a:solidFill>
            <a:srgbClr val="ECECEC"/>
          </a:solidFill>
          <a:ln>
            <a:noFill/>
          </a:ln>
          <a:effectLst>
            <a:reflection stA="38000" endPos="28000" dist="5000" dir="5400000" fadeDir="5400012" sy="-100000" algn="bl" rotWithShape="0"/>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478"/>
                                        </p:tgtEl>
                                        <p:attrNameLst>
                                          <p:attrName>style.visibility</p:attrName>
                                        </p:attrNameLst>
                                      </p:cBhvr>
                                      <p:to>
                                        <p:strVal val="visible"/>
                                      </p:to>
                                    </p:set>
                                    <p:anim calcmode="lin" valueType="num">
                                      <p:cBhvr additive="base">
                                        <p:cTn id="7" dur="1000"/>
                                        <p:tgtEl>
                                          <p:spTgt spid="478"/>
                                        </p:tgtEl>
                                        <p:attrNameLst>
                                          <p:attrName>ppt_w</p:attrName>
                                        </p:attrNameLst>
                                      </p:cBhvr>
                                      <p:tavLst>
                                        <p:tav tm="0">
                                          <p:val>
                                            <p:strVal val="0"/>
                                          </p:val>
                                        </p:tav>
                                        <p:tav tm="100000">
                                          <p:val>
                                            <p:strVal val="#ppt_w"/>
                                          </p:val>
                                        </p:tav>
                                      </p:tavLst>
                                    </p:anim>
                                    <p:anim calcmode="lin" valueType="num">
                                      <p:cBhvr additive="base">
                                        <p:cTn id="8" dur="1000"/>
                                        <p:tgtEl>
                                          <p:spTgt spid="478"/>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480"/>
                                        </p:tgtEl>
                                        <p:attrNameLst>
                                          <p:attrName>style.visibility</p:attrName>
                                        </p:attrNameLst>
                                      </p:cBhvr>
                                      <p:to>
                                        <p:strVal val="visible"/>
                                      </p:to>
                                    </p:set>
                                    <p:animEffect transition="in" filter="fade">
                                      <p:cBhvr>
                                        <p:cTn id="13" dur="1000"/>
                                        <p:tgtEl>
                                          <p:spTgt spid="48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479"/>
                                        </p:tgtEl>
                                        <p:attrNameLst>
                                          <p:attrName>style.visibility</p:attrName>
                                        </p:attrNameLst>
                                      </p:cBhvr>
                                      <p:to>
                                        <p:strVal val="visible"/>
                                      </p:to>
                                    </p:set>
                                    <p:animEffect transition="in" filter="fade">
                                      <p:cBhvr>
                                        <p:cTn id="18" dur="1000"/>
                                        <p:tgtEl>
                                          <p:spTgt spid="479"/>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nodeType="clickEffect">
                                  <p:stCondLst>
                                    <p:cond delay="0"/>
                                  </p:stCondLst>
                                  <p:childTnLst>
                                    <p:set>
                                      <p:cBhvr>
                                        <p:cTn id="22" dur="1" fill="hold">
                                          <p:stCondLst>
                                            <p:cond delay="0"/>
                                          </p:stCondLst>
                                        </p:cTn>
                                        <p:tgtEl>
                                          <p:spTgt spid="481"/>
                                        </p:tgtEl>
                                        <p:attrNameLst>
                                          <p:attrName>style.visibility</p:attrName>
                                        </p:attrNameLst>
                                      </p:cBhvr>
                                      <p:to>
                                        <p:strVal val="visible"/>
                                      </p:to>
                                    </p:set>
                                    <p:anim calcmode="lin" valueType="num">
                                      <p:cBhvr additive="base">
                                        <p:cTn id="23" dur="1000"/>
                                        <p:tgtEl>
                                          <p:spTgt spid="481"/>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488" name="Google Shape;488;p11"/>
          <p:cNvSpPr/>
          <p:nvPr/>
        </p:nvSpPr>
        <p:spPr>
          <a:xfrm>
            <a:off x="2397240" y="602640"/>
            <a:ext cx="4347000" cy="441360"/>
          </a:xfrm>
          <a:prstGeom prst="rect">
            <a:avLst/>
          </a:prstGeom>
          <a:noFill/>
          <a:ln>
            <a:noFill/>
          </a:ln>
        </p:spPr>
        <p:txBody>
          <a:bodyPr spcFirstLastPara="1" wrap="square" lIns="90000" tIns="45000" rIns="90000" bIns="45000" anchor="b" anchorCtr="0">
            <a:normAutofit/>
          </a:bodyPr>
          <a:lstStyle/>
          <a:p>
            <a:pPr algn="ctr">
              <a:lnSpc>
                <a:spcPct val="90000"/>
              </a:lnSpc>
            </a:pPr>
            <a:r>
              <a:rPr lang="en-IN" sz="2400">
                <a:solidFill>
                  <a:srgbClr val="2F5496"/>
                </a:solidFill>
                <a:latin typeface="Libre Baskerville"/>
                <a:ea typeface="Libre Baskerville"/>
                <a:cs typeface="Libre Baskerville"/>
                <a:sym typeface="Libre Baskerville"/>
              </a:rPr>
              <a:t>Working with Slides</a:t>
            </a:r>
            <a:endParaRPr sz="2400"/>
          </a:p>
        </p:txBody>
      </p:sp>
      <p:sp>
        <p:nvSpPr>
          <p:cNvPr id="489" name="Google Shape;489;p11"/>
          <p:cNvSpPr/>
          <p:nvPr/>
        </p:nvSpPr>
        <p:spPr>
          <a:xfrm>
            <a:off x="200160" y="1495440"/>
            <a:ext cx="2498400" cy="3114720"/>
          </a:xfrm>
          <a:prstGeom prst="rect">
            <a:avLst/>
          </a:prstGeom>
          <a:noFill/>
          <a:ln>
            <a:noFill/>
          </a:ln>
        </p:spPr>
        <p:txBody>
          <a:bodyPr spcFirstLastPara="1" wrap="square" lIns="90000" tIns="45000" rIns="90000" bIns="45000" anchor="t" anchorCtr="0">
            <a:normAutofit/>
          </a:bodyPr>
          <a:lstStyle/>
          <a:p>
            <a:endParaRPr sz="1170"/>
          </a:p>
          <a:p>
            <a:pPr>
              <a:spcBef>
                <a:spcPts val="751"/>
              </a:spcBef>
            </a:pPr>
            <a:r>
              <a:rPr lang="en-IN" sz="1170" b="1">
                <a:latin typeface="Calibri"/>
                <a:ea typeface="Calibri"/>
                <a:cs typeface="Calibri"/>
                <a:sym typeface="Calibri"/>
              </a:rPr>
              <a:t>Slide Layouts: </a:t>
            </a:r>
            <a:endParaRPr sz="1170"/>
          </a:p>
          <a:p>
            <a:pPr marL="216000" indent="-111960">
              <a:spcBef>
                <a:spcPts val="751"/>
              </a:spcBef>
              <a:buSzPts val="1170"/>
              <a:buFont typeface="Calibri"/>
              <a:buAutoNum type="arabicPeriod"/>
            </a:pPr>
            <a:r>
              <a:rPr lang="en-IN" sz="1170">
                <a:latin typeface="Calibri"/>
                <a:ea typeface="Calibri"/>
                <a:cs typeface="Calibri"/>
                <a:sym typeface="Calibri"/>
              </a:rPr>
              <a:t> When creating a new slide &gt; In the </a:t>
            </a:r>
            <a:r>
              <a:rPr lang="en-IN" sz="1170" b="1">
                <a:latin typeface="Calibri"/>
                <a:ea typeface="Calibri"/>
                <a:cs typeface="Calibri"/>
                <a:sym typeface="Calibri"/>
              </a:rPr>
              <a:t>Home</a:t>
            </a:r>
            <a:r>
              <a:rPr lang="en-IN" sz="1170">
                <a:latin typeface="Calibri"/>
                <a:ea typeface="Calibri"/>
                <a:cs typeface="Calibri"/>
                <a:sym typeface="Calibri"/>
              </a:rPr>
              <a:t> tab, in the </a:t>
            </a:r>
            <a:r>
              <a:rPr lang="en-IN" sz="1170" b="1">
                <a:latin typeface="Calibri"/>
                <a:ea typeface="Calibri"/>
                <a:cs typeface="Calibri"/>
                <a:sym typeface="Calibri"/>
              </a:rPr>
              <a:t>Slides</a:t>
            </a:r>
            <a:r>
              <a:rPr lang="en-IN" sz="1170">
                <a:latin typeface="Calibri"/>
                <a:ea typeface="Calibri"/>
                <a:cs typeface="Calibri"/>
                <a:sym typeface="Calibri"/>
              </a:rPr>
              <a:t> section, select </a:t>
            </a:r>
            <a:r>
              <a:rPr lang="en-IN" sz="1170" b="1">
                <a:latin typeface="Calibri"/>
                <a:ea typeface="Calibri"/>
                <a:cs typeface="Calibri"/>
                <a:sym typeface="Calibri"/>
              </a:rPr>
              <a:t>New Slide</a:t>
            </a:r>
            <a:r>
              <a:rPr lang="en-IN" sz="1170">
                <a:latin typeface="Calibri"/>
                <a:ea typeface="Calibri"/>
                <a:cs typeface="Calibri"/>
                <a:sym typeface="Calibri"/>
              </a:rPr>
              <a:t>.</a:t>
            </a:r>
            <a:endParaRPr sz="1170"/>
          </a:p>
          <a:p>
            <a:pPr marL="216000" indent="-111960">
              <a:spcBef>
                <a:spcPts val="751"/>
              </a:spcBef>
              <a:buSzPts val="1170"/>
              <a:buFont typeface="Calibri"/>
              <a:buAutoNum type="arabicPeriod"/>
            </a:pPr>
            <a:r>
              <a:rPr lang="en-IN" sz="1170">
                <a:latin typeface="Calibri"/>
                <a:ea typeface="Calibri"/>
                <a:cs typeface="Calibri"/>
                <a:sym typeface="Calibri"/>
              </a:rPr>
              <a:t>In the </a:t>
            </a:r>
            <a:r>
              <a:rPr lang="en-IN" sz="1170" b="1">
                <a:latin typeface="Calibri"/>
                <a:ea typeface="Calibri"/>
                <a:cs typeface="Calibri"/>
                <a:sym typeface="Calibri"/>
              </a:rPr>
              <a:t>Slides </a:t>
            </a:r>
            <a:r>
              <a:rPr lang="en-IN" sz="1170">
                <a:latin typeface="Calibri"/>
                <a:ea typeface="Calibri"/>
                <a:cs typeface="Calibri"/>
                <a:sym typeface="Calibri"/>
              </a:rPr>
              <a:t>section, select </a:t>
            </a:r>
            <a:r>
              <a:rPr lang="en-IN" sz="1170" b="1">
                <a:latin typeface="Calibri"/>
                <a:ea typeface="Calibri"/>
                <a:cs typeface="Calibri"/>
                <a:sym typeface="Calibri"/>
              </a:rPr>
              <a:t>Layout</a:t>
            </a:r>
            <a:r>
              <a:rPr lang="en-IN" sz="1170">
                <a:latin typeface="Calibri"/>
                <a:ea typeface="Calibri"/>
                <a:cs typeface="Calibri"/>
                <a:sym typeface="Calibri"/>
              </a:rPr>
              <a:t>, and then select the layout you want from the menu.</a:t>
            </a:r>
            <a:endParaRPr sz="1170"/>
          </a:p>
          <a:p>
            <a:pPr>
              <a:lnSpc>
                <a:spcPct val="90000"/>
              </a:lnSpc>
              <a:spcBef>
                <a:spcPts val="751"/>
              </a:spcBef>
            </a:pPr>
            <a:endParaRPr sz="1170"/>
          </a:p>
        </p:txBody>
      </p:sp>
      <p:pic>
        <p:nvPicPr>
          <p:cNvPr id="490" name="Google Shape;490;p11"/>
          <p:cNvPicPr preferRelativeResize="0"/>
          <p:nvPr/>
        </p:nvPicPr>
        <p:blipFill rotWithShape="1">
          <a:blip r:embed="rId3">
            <a:alphaModFix/>
          </a:blip>
          <a:srcRect l="23732" t="16973" r="14759" b="12401"/>
          <a:stretch/>
        </p:blipFill>
        <p:spPr>
          <a:xfrm>
            <a:off x="7639920" y="59040"/>
            <a:ext cx="1305720" cy="921240"/>
          </a:xfrm>
          <a:prstGeom prst="rect">
            <a:avLst/>
          </a:prstGeom>
          <a:noFill/>
          <a:ln>
            <a:noFill/>
          </a:ln>
        </p:spPr>
      </p:pic>
      <p:pic>
        <p:nvPicPr>
          <p:cNvPr id="491" name="Google Shape;491;p11"/>
          <p:cNvPicPr preferRelativeResize="0"/>
          <p:nvPr/>
        </p:nvPicPr>
        <p:blipFill rotWithShape="1">
          <a:blip r:embed="rId4">
            <a:alphaModFix/>
          </a:blip>
          <a:srcRect/>
          <a:stretch/>
        </p:blipFill>
        <p:spPr>
          <a:xfrm>
            <a:off x="2701080" y="1554480"/>
            <a:ext cx="6141600" cy="5022720"/>
          </a:xfrm>
          <a:prstGeom prst="rect">
            <a:avLst/>
          </a:prstGeom>
          <a:noFill/>
          <a:ln>
            <a:noFill/>
          </a:ln>
        </p:spPr>
      </p:pic>
      <p:sp>
        <p:nvSpPr>
          <p:cNvPr id="492" name="Google Shape;492;p11"/>
          <p:cNvSpPr/>
          <p:nvPr/>
        </p:nvSpPr>
        <p:spPr>
          <a:xfrm>
            <a:off x="3462840" y="1860120"/>
            <a:ext cx="537480" cy="441360"/>
          </a:xfrm>
          <a:prstGeom prst="rect">
            <a:avLst/>
          </a:prstGeom>
          <a:solidFill>
            <a:srgbClr val="000000">
              <a:alpha val="4705"/>
            </a:srgbClr>
          </a:solidFill>
          <a:ln w="18000" cap="flat" cmpd="sng">
            <a:solidFill>
              <a:srgbClr val="000000"/>
            </a:solidFill>
            <a:prstDash val="solid"/>
            <a:miter lim="8000"/>
            <a:headEnd type="none" w="sm" len="sm"/>
            <a:tailEnd type="none" w="sm" len="sm"/>
          </a:ln>
        </p:spPr>
        <p:txBody>
          <a:bodyPr spcFirstLastPara="1" wrap="square" lIns="90000" tIns="45000" rIns="90000" bIns="45000" anchor="ctr" anchorCtr="0">
            <a:noAutofit/>
          </a:bodyPr>
          <a:lstStyle/>
          <a:p>
            <a:pPr algn="r"/>
            <a:r>
              <a:rPr lang="en-IN" sz="1800">
                <a:latin typeface="Calibri"/>
                <a:ea typeface="Calibri"/>
                <a:cs typeface="Calibri"/>
                <a:sym typeface="Calibri"/>
              </a:rPr>
              <a:t>1</a:t>
            </a:r>
            <a:endParaRPr sz="1800"/>
          </a:p>
        </p:txBody>
      </p:sp>
      <p:sp>
        <p:nvSpPr>
          <p:cNvPr id="493" name="Google Shape;493;p11"/>
          <p:cNvSpPr/>
          <p:nvPr/>
        </p:nvSpPr>
        <p:spPr>
          <a:xfrm>
            <a:off x="4764960" y="2082240"/>
            <a:ext cx="897480" cy="538200"/>
          </a:xfrm>
          <a:prstGeom prst="rect">
            <a:avLst/>
          </a:prstGeom>
          <a:solidFill>
            <a:srgbClr val="000000">
              <a:alpha val="4705"/>
            </a:srgbClr>
          </a:solidFill>
          <a:ln w="18000" cap="flat" cmpd="sng">
            <a:solidFill>
              <a:srgbClr val="000000"/>
            </a:solidFill>
            <a:prstDash val="solid"/>
            <a:miter lim="8000"/>
            <a:headEnd type="none" w="sm" len="sm"/>
            <a:tailEnd type="none" w="sm" len="sm"/>
          </a:ln>
        </p:spPr>
        <p:txBody>
          <a:bodyPr spcFirstLastPara="1" wrap="square" lIns="90000" tIns="45000" rIns="90000" bIns="45000" anchor="ctr" anchorCtr="0">
            <a:noAutofit/>
          </a:bodyPr>
          <a:lstStyle/>
          <a:p>
            <a:pPr algn="r"/>
            <a:r>
              <a:rPr lang="en-IN" sz="1800">
                <a:latin typeface="Calibri"/>
                <a:ea typeface="Calibri"/>
                <a:cs typeface="Calibri"/>
                <a:sym typeface="Calibri"/>
              </a:rPr>
              <a:t>2</a:t>
            </a:r>
            <a:endParaRPr sz="1800"/>
          </a:p>
        </p:txBody>
      </p:sp>
      <p:sp>
        <p:nvSpPr>
          <p:cNvPr id="494" name="Google Shape;494;p11"/>
          <p:cNvSpPr/>
          <p:nvPr/>
        </p:nvSpPr>
        <p:spPr>
          <a:xfrm>
            <a:off x="4239000" y="2701440"/>
            <a:ext cx="537480" cy="537480"/>
          </a:xfrm>
          <a:prstGeom prst="rect">
            <a:avLst/>
          </a:prstGeom>
          <a:solidFill>
            <a:srgbClr val="000000">
              <a:alpha val="4705"/>
            </a:srgbClr>
          </a:solidFill>
          <a:ln w="18000" cap="flat" cmpd="sng">
            <a:solidFill>
              <a:srgbClr val="000000"/>
            </a:solidFill>
            <a:prstDash val="solid"/>
            <a:miter lim="8000"/>
            <a:headEnd type="none" w="sm" len="sm"/>
            <a:tailEnd type="none" w="sm" len="sm"/>
          </a:ln>
        </p:spPr>
        <p:txBody>
          <a:bodyPr spcFirstLastPara="1" wrap="square" lIns="90000" tIns="45000" rIns="90000" bIns="45000" anchor="b" anchorCtr="0">
            <a:noAutofit/>
          </a:bodyPr>
          <a:lstStyle/>
          <a:p>
            <a:pPr algn="r"/>
            <a:r>
              <a:rPr lang="en-IN" sz="1800">
                <a:latin typeface="Calibri"/>
                <a:ea typeface="Calibri"/>
                <a:cs typeface="Calibri"/>
                <a:sym typeface="Calibri"/>
              </a:rPr>
              <a:t>3</a:t>
            </a:r>
            <a:endParaRPr sz="1800"/>
          </a:p>
        </p:txBody>
      </p:sp>
      <p:pic>
        <p:nvPicPr>
          <p:cNvPr id="495" name="Google Shape;495;p11"/>
          <p:cNvPicPr preferRelativeResize="0"/>
          <p:nvPr/>
        </p:nvPicPr>
        <p:blipFill rotWithShape="1">
          <a:blip r:embed="rId5">
            <a:alphaModFix/>
          </a:blip>
          <a:srcRect l="9273" t="30771" r="9093" b="34965"/>
          <a:stretch/>
        </p:blipFill>
        <p:spPr>
          <a:xfrm>
            <a:off x="0" y="-11"/>
            <a:ext cx="1948200" cy="612600"/>
          </a:xfrm>
          <a:prstGeom prst="roundRect">
            <a:avLst>
              <a:gd name="adj" fmla="val 8594"/>
            </a:avLst>
          </a:prstGeom>
          <a:solidFill>
            <a:srgbClr val="ECECEC"/>
          </a:solidFill>
          <a:ln>
            <a:noFill/>
          </a:ln>
          <a:effectLst>
            <a:reflection stA="38000" endPos="28000" dist="5000" dir="5400000" fadeDir="5400012" sy="-100000" algn="bl" rotWithShape="0"/>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92"/>
                                        </p:tgtEl>
                                        <p:attrNameLst>
                                          <p:attrName>style.visibility</p:attrName>
                                        </p:attrNameLst>
                                      </p:cBhvr>
                                      <p:to>
                                        <p:strVal val="visible"/>
                                      </p:to>
                                    </p:set>
                                    <p:animEffect transition="in" filter="fade">
                                      <p:cBhvr>
                                        <p:cTn id="7" dur="1000"/>
                                        <p:tgtEl>
                                          <p:spTgt spid="492"/>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493"/>
                                        </p:tgtEl>
                                        <p:attrNameLst>
                                          <p:attrName>style.visibility</p:attrName>
                                        </p:attrNameLst>
                                      </p:cBhvr>
                                      <p:to>
                                        <p:strVal val="visible"/>
                                      </p:to>
                                    </p:set>
                                    <p:anim calcmode="lin" valueType="num">
                                      <p:cBhvr additive="base">
                                        <p:cTn id="12" dur="1000"/>
                                        <p:tgtEl>
                                          <p:spTgt spid="493"/>
                                        </p:tgtEl>
                                        <p:attrNameLst>
                                          <p:attrName>ppt_w</p:attrName>
                                        </p:attrNameLst>
                                      </p:cBhvr>
                                      <p:tavLst>
                                        <p:tav tm="0">
                                          <p:val>
                                            <p:strVal val="0"/>
                                          </p:val>
                                        </p:tav>
                                        <p:tav tm="100000">
                                          <p:val>
                                            <p:strVal val="#ppt_w"/>
                                          </p:val>
                                        </p:tav>
                                      </p:tavLst>
                                    </p:anim>
                                    <p:anim calcmode="lin" valueType="num">
                                      <p:cBhvr additive="base">
                                        <p:cTn id="13" dur="1000"/>
                                        <p:tgtEl>
                                          <p:spTgt spid="493"/>
                                        </p:tgtEl>
                                        <p:attrNameLst>
                                          <p:attrName>ppt_h</p:attrName>
                                        </p:attrNameLst>
                                      </p:cBhvr>
                                      <p:tavLst>
                                        <p:tav tm="0">
                                          <p:val>
                                            <p:strVal val="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nodeType="clickEffect">
                                  <p:stCondLst>
                                    <p:cond delay="0"/>
                                  </p:stCondLst>
                                  <p:childTnLst>
                                    <p:set>
                                      <p:cBhvr>
                                        <p:cTn id="17" dur="1" fill="hold">
                                          <p:stCondLst>
                                            <p:cond delay="0"/>
                                          </p:stCondLst>
                                        </p:cTn>
                                        <p:tgtEl>
                                          <p:spTgt spid="494"/>
                                        </p:tgtEl>
                                        <p:attrNameLst>
                                          <p:attrName>style.visibility</p:attrName>
                                        </p:attrNameLst>
                                      </p:cBhvr>
                                      <p:to>
                                        <p:strVal val="visible"/>
                                      </p:to>
                                    </p:set>
                                    <p:anim calcmode="lin" valueType="num">
                                      <p:cBhvr additive="base">
                                        <p:cTn id="18" dur="1000"/>
                                        <p:tgtEl>
                                          <p:spTgt spid="494"/>
                                        </p:tgtEl>
                                        <p:attrNameLst>
                                          <p:attrName>ppt_w</p:attrName>
                                        </p:attrNameLst>
                                      </p:cBhvr>
                                      <p:tavLst>
                                        <p:tav tm="0">
                                          <p:val>
                                            <p:strVal val="0"/>
                                          </p:val>
                                        </p:tav>
                                        <p:tav tm="100000">
                                          <p:val>
                                            <p:strVal val="#ppt_w"/>
                                          </p:val>
                                        </p:tav>
                                      </p:tavLst>
                                    </p:anim>
                                    <p:anim calcmode="lin" valueType="num">
                                      <p:cBhvr additive="base">
                                        <p:cTn id="19" dur="1000"/>
                                        <p:tgtEl>
                                          <p:spTgt spid="494"/>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BF8E"/>
        </a:solidFill>
        <a:effectLst/>
      </p:bgPr>
    </p:bg>
    <p:spTree>
      <p:nvGrpSpPr>
        <p:cNvPr id="1" name="Shape 500"/>
        <p:cNvGrpSpPr/>
        <p:nvPr/>
      </p:nvGrpSpPr>
      <p:grpSpPr>
        <a:xfrm>
          <a:off x="0" y="0"/>
          <a:ext cx="0" cy="0"/>
          <a:chOff x="0" y="0"/>
          <a:chExt cx="0" cy="0"/>
        </a:xfrm>
      </p:grpSpPr>
      <p:pic>
        <p:nvPicPr>
          <p:cNvPr id="501" name="Google Shape;501;p12"/>
          <p:cNvPicPr preferRelativeResize="0"/>
          <p:nvPr/>
        </p:nvPicPr>
        <p:blipFill rotWithShape="1">
          <a:blip r:embed="rId3">
            <a:alphaModFix/>
          </a:blip>
          <a:srcRect/>
          <a:stretch/>
        </p:blipFill>
        <p:spPr>
          <a:xfrm>
            <a:off x="2812680" y="923760"/>
            <a:ext cx="6209280" cy="5529600"/>
          </a:xfrm>
          <a:prstGeom prst="rect">
            <a:avLst/>
          </a:prstGeom>
          <a:noFill/>
          <a:ln>
            <a:noFill/>
          </a:ln>
        </p:spPr>
      </p:pic>
      <p:sp>
        <p:nvSpPr>
          <p:cNvPr id="502" name="Google Shape;502;p12"/>
          <p:cNvSpPr/>
          <p:nvPr/>
        </p:nvSpPr>
        <p:spPr>
          <a:xfrm>
            <a:off x="343080" y="772920"/>
            <a:ext cx="2397960" cy="5529960"/>
          </a:xfrm>
          <a:prstGeom prst="rect">
            <a:avLst/>
          </a:prstGeom>
          <a:noFill/>
          <a:ln>
            <a:noFill/>
          </a:ln>
        </p:spPr>
        <p:txBody>
          <a:bodyPr spcFirstLastPara="1" wrap="square" lIns="90000" tIns="45000" rIns="90000" bIns="45000" anchor="t" anchorCtr="0">
            <a:normAutofit/>
          </a:bodyPr>
          <a:lstStyle/>
          <a:p>
            <a:r>
              <a:rPr lang="en-IN" sz="1679" b="1">
                <a:solidFill>
                  <a:srgbClr val="3F3F3F"/>
                </a:solidFill>
                <a:latin typeface="Trebuchet MS"/>
                <a:ea typeface="Trebuchet MS"/>
                <a:cs typeface="Trebuchet MS"/>
                <a:sym typeface="Trebuchet MS"/>
              </a:rPr>
              <a:t>Apply a theme to the slide:</a:t>
            </a:r>
            <a:endParaRPr sz="1679"/>
          </a:p>
          <a:p>
            <a:pPr algn="ctr"/>
            <a:endParaRPr sz="1679"/>
          </a:p>
          <a:p>
            <a:pPr marL="285840" indent="-283320">
              <a:spcBef>
                <a:spcPts val="1001"/>
              </a:spcBef>
              <a:buClr>
                <a:srgbClr val="4F81BD"/>
              </a:buClr>
              <a:buSzPts val="1343"/>
              <a:buFont typeface="Arial"/>
              <a:buChar char="•"/>
            </a:pPr>
            <a:r>
              <a:rPr lang="en-IN" sz="1679">
                <a:solidFill>
                  <a:srgbClr val="3F3F3F"/>
                </a:solidFill>
                <a:latin typeface="Trebuchet MS"/>
                <a:ea typeface="Trebuchet MS"/>
                <a:cs typeface="Trebuchet MS"/>
                <a:sym typeface="Trebuchet MS"/>
              </a:rPr>
              <a:t>Design Tab</a:t>
            </a:r>
            <a:endParaRPr sz="1679"/>
          </a:p>
          <a:p>
            <a:pPr marL="743040" lvl="1" indent="-283320">
              <a:spcBef>
                <a:spcPts val="1001"/>
              </a:spcBef>
              <a:buClr>
                <a:srgbClr val="4F81BD"/>
              </a:buClr>
              <a:buSzPts val="1343"/>
              <a:buFont typeface="Arial"/>
              <a:buChar char="•"/>
            </a:pPr>
            <a:r>
              <a:rPr lang="en-IN" sz="1679">
                <a:solidFill>
                  <a:srgbClr val="3F3F3F"/>
                </a:solidFill>
                <a:latin typeface="Trebuchet MS"/>
                <a:ea typeface="Trebuchet MS"/>
                <a:cs typeface="Trebuchet MS"/>
                <a:sym typeface="Trebuchet MS"/>
              </a:rPr>
              <a:t>Themes – more themes</a:t>
            </a:r>
            <a:endParaRPr sz="1679"/>
          </a:p>
          <a:p>
            <a:pPr marL="743040" lvl="1" indent="-283320">
              <a:spcBef>
                <a:spcPts val="1001"/>
              </a:spcBef>
              <a:buClr>
                <a:srgbClr val="4F81BD"/>
              </a:buClr>
              <a:buSzPts val="1343"/>
              <a:buFont typeface="Arial"/>
              <a:buChar char="•"/>
            </a:pPr>
            <a:r>
              <a:rPr lang="en-IN" sz="1679">
                <a:solidFill>
                  <a:srgbClr val="3F3F3F"/>
                </a:solidFill>
                <a:latin typeface="Trebuchet MS"/>
                <a:ea typeface="Trebuchet MS"/>
                <a:cs typeface="Trebuchet MS"/>
                <a:sym typeface="Trebuchet MS"/>
              </a:rPr>
              <a:t>Variants </a:t>
            </a:r>
            <a:endParaRPr sz="1679"/>
          </a:p>
          <a:p>
            <a:pPr marL="743040" lvl="1" indent="-283320">
              <a:spcBef>
                <a:spcPts val="1001"/>
              </a:spcBef>
              <a:buClr>
                <a:srgbClr val="4F81BD"/>
              </a:buClr>
              <a:buSzPts val="1343"/>
              <a:buFont typeface="Arial"/>
              <a:buChar char="•"/>
            </a:pPr>
            <a:r>
              <a:rPr lang="en-IN" sz="1679">
                <a:solidFill>
                  <a:srgbClr val="3F3F3F"/>
                </a:solidFill>
                <a:latin typeface="Trebuchet MS"/>
                <a:ea typeface="Trebuchet MS"/>
                <a:cs typeface="Trebuchet MS"/>
                <a:sym typeface="Trebuchet MS"/>
              </a:rPr>
              <a:t>Customize</a:t>
            </a:r>
            <a:endParaRPr sz="1679"/>
          </a:p>
          <a:p>
            <a:pPr marL="1200240" lvl="2" indent="-283320">
              <a:spcBef>
                <a:spcPts val="1001"/>
              </a:spcBef>
              <a:buClr>
                <a:srgbClr val="4F81BD"/>
              </a:buClr>
              <a:buSzPts val="1343"/>
              <a:buFont typeface="Arial"/>
              <a:buChar char="•"/>
            </a:pPr>
            <a:r>
              <a:rPr lang="en-IN" sz="1679">
                <a:solidFill>
                  <a:srgbClr val="3F3F3F"/>
                </a:solidFill>
                <a:latin typeface="Trebuchet MS"/>
                <a:ea typeface="Trebuchet MS"/>
                <a:cs typeface="Trebuchet MS"/>
                <a:sym typeface="Trebuchet MS"/>
              </a:rPr>
              <a:t>Slide size</a:t>
            </a:r>
            <a:endParaRPr sz="1679"/>
          </a:p>
          <a:p>
            <a:pPr marL="1200240" lvl="2" indent="-283320">
              <a:spcBef>
                <a:spcPts val="1001"/>
              </a:spcBef>
              <a:buClr>
                <a:srgbClr val="4F81BD"/>
              </a:buClr>
              <a:buSzPts val="1343"/>
              <a:buFont typeface="Arial"/>
              <a:buChar char="•"/>
            </a:pPr>
            <a:r>
              <a:rPr lang="en-IN" sz="1679">
                <a:solidFill>
                  <a:srgbClr val="3F3F3F"/>
                </a:solidFill>
                <a:latin typeface="Trebuchet MS"/>
                <a:ea typeface="Trebuchet MS"/>
                <a:cs typeface="Trebuchet MS"/>
                <a:sym typeface="Trebuchet MS"/>
              </a:rPr>
              <a:t>Format Background	</a:t>
            </a:r>
            <a:endParaRPr sz="1679"/>
          </a:p>
        </p:txBody>
      </p:sp>
      <p:sp>
        <p:nvSpPr>
          <p:cNvPr id="503" name="Google Shape;503;p12"/>
          <p:cNvSpPr/>
          <p:nvPr/>
        </p:nvSpPr>
        <p:spPr>
          <a:xfrm>
            <a:off x="0" y="0"/>
            <a:ext cx="1945800" cy="610200"/>
          </a:xfrm>
          <a:prstGeom prst="roundRect">
            <a:avLst>
              <a:gd name="adj" fmla="val 8594"/>
            </a:avLst>
          </a:prstGeom>
          <a:blipFill rotWithShape="1">
            <a:blip r:embed="rId4">
              <a:alphaModFix/>
            </a:blip>
            <a:stretch>
              <a:fillRect l="9215" t="30693" r="9034" b="34888"/>
            </a:stretch>
          </a:blipFill>
          <a:ln>
            <a:noFill/>
          </a:ln>
          <a:effectLst>
            <a:reflection stA="38000" endPos="28000" dist="5000" dir="5400000" sy="-100000" algn="bl" rotWithShape="0"/>
          </a:effectLst>
        </p:spPr>
        <p:txBody>
          <a:bodyPr spcFirstLastPara="1" wrap="square" lIns="91425" tIns="91425" rIns="91425" bIns="91425" anchor="ctr" anchorCtr="0">
            <a:noAutofit/>
          </a:bodyPr>
          <a:lstStyle/>
          <a:p>
            <a:endParaRPr/>
          </a:p>
        </p:txBody>
      </p:sp>
      <p:pic>
        <p:nvPicPr>
          <p:cNvPr id="504" name="Google Shape;504;p12"/>
          <p:cNvPicPr preferRelativeResize="0"/>
          <p:nvPr/>
        </p:nvPicPr>
        <p:blipFill rotWithShape="1">
          <a:blip r:embed="rId5">
            <a:alphaModFix/>
          </a:blip>
          <a:srcRect l="23732" t="16973" r="14759" b="12401"/>
          <a:stretch/>
        </p:blipFill>
        <p:spPr>
          <a:xfrm>
            <a:off x="7835760" y="0"/>
            <a:ext cx="1305720" cy="921240"/>
          </a:xfrm>
          <a:prstGeom prst="rect">
            <a:avLst/>
          </a:prstGeom>
          <a:noFill/>
          <a:ln>
            <a:noFill/>
          </a:ln>
        </p:spPr>
      </p:pic>
      <p:sp>
        <p:nvSpPr>
          <p:cNvPr id="505" name="Google Shape;505;p12"/>
          <p:cNvSpPr/>
          <p:nvPr/>
        </p:nvSpPr>
        <p:spPr>
          <a:xfrm>
            <a:off x="2728800" y="1140480"/>
            <a:ext cx="6297480" cy="897480"/>
          </a:xfrm>
          <a:prstGeom prst="rect">
            <a:avLst/>
          </a:prstGeom>
          <a:solidFill>
            <a:srgbClr val="000000">
              <a:alpha val="4705"/>
            </a:srgbClr>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506" name="Google Shape;506;p12"/>
          <p:cNvSpPr/>
          <p:nvPr/>
        </p:nvSpPr>
        <p:spPr>
          <a:xfrm>
            <a:off x="2735280" y="1099080"/>
            <a:ext cx="6297480" cy="897480"/>
          </a:xfrm>
          <a:prstGeom prst="rect">
            <a:avLst/>
          </a:prstGeom>
          <a:solidFill>
            <a:srgbClr val="000000">
              <a:alpha val="4705"/>
            </a:srgbClr>
          </a:solidFill>
          <a:ln w="180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507" name="Google Shape;507;p12"/>
          <p:cNvSpPr/>
          <p:nvPr/>
        </p:nvSpPr>
        <p:spPr>
          <a:xfrm>
            <a:off x="4466880" y="1825560"/>
            <a:ext cx="537480" cy="177480"/>
          </a:xfrm>
          <a:prstGeom prst="rect">
            <a:avLst/>
          </a:prstGeom>
          <a:solidFill>
            <a:srgbClr val="000000">
              <a:alpha val="4705"/>
            </a:srgbClr>
          </a:solidFill>
          <a:ln w="180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508" name="Google Shape;508;p12"/>
          <p:cNvSpPr/>
          <p:nvPr/>
        </p:nvSpPr>
        <p:spPr>
          <a:xfrm>
            <a:off x="7223400" y="1773720"/>
            <a:ext cx="897480" cy="177480"/>
          </a:xfrm>
          <a:prstGeom prst="rect">
            <a:avLst/>
          </a:prstGeom>
          <a:solidFill>
            <a:srgbClr val="000000">
              <a:alpha val="4705"/>
            </a:srgbClr>
          </a:solidFill>
          <a:ln w="180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509" name="Google Shape;509;p12"/>
          <p:cNvSpPr/>
          <p:nvPr/>
        </p:nvSpPr>
        <p:spPr>
          <a:xfrm>
            <a:off x="8368920" y="1319400"/>
            <a:ext cx="717480" cy="717480"/>
          </a:xfrm>
          <a:prstGeom prst="rect">
            <a:avLst/>
          </a:prstGeom>
          <a:solidFill>
            <a:srgbClr val="000000">
              <a:alpha val="4705"/>
            </a:srgbClr>
          </a:solidFill>
          <a:ln w="180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510" name="Google Shape;510;p12"/>
          <p:cNvSpPr/>
          <p:nvPr/>
        </p:nvSpPr>
        <p:spPr>
          <a:xfrm>
            <a:off x="3643560" y="1099080"/>
            <a:ext cx="379080" cy="357480"/>
          </a:xfrm>
          <a:prstGeom prst="rect">
            <a:avLst/>
          </a:prstGeom>
          <a:solidFill>
            <a:srgbClr val="000000">
              <a:alpha val="4705"/>
            </a:srgbClr>
          </a:solidFill>
          <a:ln w="18000" cap="flat" cmpd="sng">
            <a:solidFill>
              <a:srgbClr val="000000"/>
            </a:solidFill>
            <a:prstDash val="solid"/>
            <a:round/>
            <a:headEnd type="none" w="sm" len="sm"/>
            <a:tailEnd type="none" w="sm" len="sm"/>
          </a:ln>
        </p:spPr>
        <p:txBody>
          <a:bodyPr spcFirstLastPara="1" wrap="square" lIns="90000" tIns="45000" rIns="90000" bIns="45000" anchor="ctr" anchorCtr="0">
            <a:noAutofit/>
          </a:bodyPr>
          <a:lstStyle/>
          <a:p>
            <a:pPr algn="r"/>
            <a:r>
              <a:rPr lang="en-IN" sz="1200">
                <a:latin typeface="Trebuchet MS"/>
                <a:ea typeface="Trebuchet MS"/>
                <a:cs typeface="Trebuchet MS"/>
                <a:sym typeface="Trebuchet MS"/>
              </a:rPr>
              <a:t>1</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510"/>
                                        </p:tgtEl>
                                        <p:attrNameLst>
                                          <p:attrName>style.visibility</p:attrName>
                                        </p:attrNameLst>
                                      </p:cBhvr>
                                      <p:to>
                                        <p:strVal val="visible"/>
                                      </p:to>
                                    </p:set>
                                    <p:animEffect transition="in" filter="fade">
                                      <p:cBhvr>
                                        <p:cTn id="11" dur="1000"/>
                                        <p:tgtEl>
                                          <p:spTgt spid="510"/>
                                        </p:tgtEl>
                                      </p:cBhvr>
                                    </p:animEffect>
                                  </p:childTnLst>
                                </p:cTn>
                              </p:par>
                            </p:childTnLst>
                          </p:cTn>
                        </p:par>
                      </p:childTnLst>
                    </p:cTn>
                  </p:par>
                  <p:par>
                    <p:cTn id="12" fill="hold">
                      <p:stCondLst>
                        <p:cond delay="indefinite"/>
                      </p:stCondLst>
                      <p:childTnLst>
                        <p:par>
                          <p:cTn id="13" fill="hold">
                            <p:stCondLst>
                              <p:cond delay="0"/>
                            </p:stCondLst>
                            <p:childTnLst>
                              <p:par>
                                <p:cTn id="14" presetID="23" presetClass="entr" presetSubtype="16" fill="hold" nodeType="clickEffect">
                                  <p:stCondLst>
                                    <p:cond delay="0"/>
                                  </p:stCondLst>
                                  <p:childTnLst>
                                    <p:set>
                                      <p:cBhvr>
                                        <p:cTn id="15" dur="1" fill="hold">
                                          <p:stCondLst>
                                            <p:cond delay="0"/>
                                          </p:stCondLst>
                                        </p:cTn>
                                        <p:tgtEl>
                                          <p:spTgt spid="507"/>
                                        </p:tgtEl>
                                        <p:attrNameLst>
                                          <p:attrName>style.visibility</p:attrName>
                                        </p:attrNameLst>
                                      </p:cBhvr>
                                      <p:to>
                                        <p:strVal val="visible"/>
                                      </p:to>
                                    </p:set>
                                    <p:anim calcmode="lin" valueType="num">
                                      <p:cBhvr additive="base">
                                        <p:cTn id="16" dur="1000"/>
                                        <p:tgtEl>
                                          <p:spTgt spid="507"/>
                                        </p:tgtEl>
                                        <p:attrNameLst>
                                          <p:attrName>ppt_w</p:attrName>
                                        </p:attrNameLst>
                                      </p:cBhvr>
                                      <p:tavLst>
                                        <p:tav tm="0">
                                          <p:val>
                                            <p:strVal val="0"/>
                                          </p:val>
                                        </p:tav>
                                        <p:tav tm="100000">
                                          <p:val>
                                            <p:strVal val="#ppt_w"/>
                                          </p:val>
                                        </p:tav>
                                      </p:tavLst>
                                    </p:anim>
                                    <p:anim calcmode="lin" valueType="num">
                                      <p:cBhvr additive="base">
                                        <p:cTn id="17" dur="1000"/>
                                        <p:tgtEl>
                                          <p:spTgt spid="507"/>
                                        </p:tgtEl>
                                        <p:attrNameLst>
                                          <p:attrName>ppt_h</p:attrName>
                                        </p:attrNameLst>
                                      </p:cBhvr>
                                      <p:tavLst>
                                        <p:tav tm="0">
                                          <p:val>
                                            <p:strVal val="0"/>
                                          </p:val>
                                        </p:tav>
                                        <p:tav tm="100000">
                                          <p:val>
                                            <p:strVal val="#ppt_h"/>
                                          </p:val>
                                        </p:tav>
                                      </p:tavLst>
                                    </p:anim>
                                  </p:childTnLst>
                                </p:cTn>
                              </p:par>
                            </p:childTnLst>
                          </p:cTn>
                        </p:par>
                      </p:childTnLst>
                    </p:cTn>
                  </p:par>
                  <p:par>
                    <p:cTn id="18" fill="hold">
                      <p:stCondLst>
                        <p:cond delay="indefinite"/>
                      </p:stCondLst>
                      <p:childTnLst>
                        <p:par>
                          <p:cTn id="19" fill="hold">
                            <p:stCondLst>
                              <p:cond delay="0"/>
                            </p:stCondLst>
                            <p:childTnLst>
                              <p:par>
                                <p:cTn id="20" presetID="23" presetClass="entr" presetSubtype="16" fill="hold" nodeType="clickEffect">
                                  <p:stCondLst>
                                    <p:cond delay="0"/>
                                  </p:stCondLst>
                                  <p:childTnLst>
                                    <p:set>
                                      <p:cBhvr>
                                        <p:cTn id="21" dur="1" fill="hold">
                                          <p:stCondLst>
                                            <p:cond delay="0"/>
                                          </p:stCondLst>
                                        </p:cTn>
                                        <p:tgtEl>
                                          <p:spTgt spid="508"/>
                                        </p:tgtEl>
                                        <p:attrNameLst>
                                          <p:attrName>style.visibility</p:attrName>
                                        </p:attrNameLst>
                                      </p:cBhvr>
                                      <p:to>
                                        <p:strVal val="visible"/>
                                      </p:to>
                                    </p:set>
                                    <p:anim calcmode="lin" valueType="num">
                                      <p:cBhvr additive="base">
                                        <p:cTn id="22" dur="1000"/>
                                        <p:tgtEl>
                                          <p:spTgt spid="508"/>
                                        </p:tgtEl>
                                        <p:attrNameLst>
                                          <p:attrName>ppt_w</p:attrName>
                                        </p:attrNameLst>
                                      </p:cBhvr>
                                      <p:tavLst>
                                        <p:tav tm="0">
                                          <p:val>
                                            <p:strVal val="0"/>
                                          </p:val>
                                        </p:tav>
                                        <p:tav tm="100000">
                                          <p:val>
                                            <p:strVal val="#ppt_w"/>
                                          </p:val>
                                        </p:tav>
                                      </p:tavLst>
                                    </p:anim>
                                    <p:anim calcmode="lin" valueType="num">
                                      <p:cBhvr additive="base">
                                        <p:cTn id="23" dur="1000"/>
                                        <p:tgtEl>
                                          <p:spTgt spid="508"/>
                                        </p:tgtEl>
                                        <p:attrNameLst>
                                          <p:attrName>ppt_h</p:attrName>
                                        </p:attrNameLst>
                                      </p:cBhvr>
                                      <p:tavLst>
                                        <p:tav tm="0">
                                          <p:val>
                                            <p:strVal val="0"/>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nodeType="clickEffect">
                                  <p:stCondLst>
                                    <p:cond delay="0"/>
                                  </p:stCondLst>
                                  <p:childTnLst>
                                    <p:set>
                                      <p:cBhvr>
                                        <p:cTn id="27" dur="1" fill="hold">
                                          <p:stCondLst>
                                            <p:cond delay="0"/>
                                          </p:stCondLst>
                                        </p:cTn>
                                        <p:tgtEl>
                                          <p:spTgt spid="509"/>
                                        </p:tgtEl>
                                        <p:attrNameLst>
                                          <p:attrName>style.visibility</p:attrName>
                                        </p:attrNameLst>
                                      </p:cBhvr>
                                      <p:to>
                                        <p:strVal val="visible"/>
                                      </p:to>
                                    </p:set>
                                    <p:anim calcmode="lin" valueType="num">
                                      <p:cBhvr additive="base">
                                        <p:cTn id="28" dur="1000"/>
                                        <p:tgtEl>
                                          <p:spTgt spid="509"/>
                                        </p:tgtEl>
                                        <p:attrNameLst>
                                          <p:attrName>ppt_w</p:attrName>
                                        </p:attrNameLst>
                                      </p:cBhvr>
                                      <p:tavLst>
                                        <p:tav tm="0">
                                          <p:val>
                                            <p:strVal val="0"/>
                                          </p:val>
                                        </p:tav>
                                        <p:tav tm="100000">
                                          <p:val>
                                            <p:strVal val="#ppt_w"/>
                                          </p:val>
                                        </p:tav>
                                      </p:tavLst>
                                    </p:anim>
                                    <p:anim calcmode="lin" valueType="num">
                                      <p:cBhvr additive="base">
                                        <p:cTn id="29" dur="1000"/>
                                        <p:tgtEl>
                                          <p:spTgt spid="509"/>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2E75B5"/>
        </a:solidFill>
        <a:effectLst/>
      </p:bgPr>
    </p:bg>
    <p:spTree>
      <p:nvGrpSpPr>
        <p:cNvPr id="1" name="Shape 515"/>
        <p:cNvGrpSpPr/>
        <p:nvPr/>
      </p:nvGrpSpPr>
      <p:grpSpPr>
        <a:xfrm>
          <a:off x="0" y="0"/>
          <a:ext cx="0" cy="0"/>
          <a:chOff x="0" y="0"/>
          <a:chExt cx="0" cy="0"/>
        </a:xfrm>
      </p:grpSpPr>
      <p:sp>
        <p:nvSpPr>
          <p:cNvPr id="516" name="Google Shape;516;p13"/>
          <p:cNvSpPr/>
          <p:nvPr/>
        </p:nvSpPr>
        <p:spPr>
          <a:xfrm>
            <a:off x="628560" y="542160"/>
            <a:ext cx="7884360" cy="1148040"/>
          </a:xfrm>
          <a:prstGeom prst="rect">
            <a:avLst/>
          </a:prstGeom>
          <a:noFill/>
          <a:ln>
            <a:noFill/>
          </a:ln>
        </p:spPr>
        <p:txBody>
          <a:bodyPr spcFirstLastPara="1" wrap="square" lIns="90000" tIns="45000" rIns="90000" bIns="45000" anchor="ctr" anchorCtr="0">
            <a:normAutofit/>
          </a:bodyPr>
          <a:lstStyle/>
          <a:p>
            <a:pPr algn="ctr">
              <a:lnSpc>
                <a:spcPct val="90000"/>
              </a:lnSpc>
            </a:pPr>
            <a:r>
              <a:rPr lang="en-IN" sz="2310">
                <a:latin typeface="Calibri"/>
                <a:ea typeface="Calibri"/>
                <a:cs typeface="Calibri"/>
                <a:sym typeface="Calibri"/>
              </a:rPr>
              <a:t>Formatting Slide Background – Solid Fill</a:t>
            </a:r>
            <a:br>
              <a:rPr lang="en-IN" sz="1260"/>
            </a:br>
            <a:r>
              <a:rPr lang="en-IN" sz="2310">
                <a:latin typeface="Calibri"/>
                <a:ea typeface="Calibri"/>
                <a:cs typeface="Calibri"/>
                <a:sym typeface="Calibri"/>
              </a:rPr>
              <a:t>			</a:t>
            </a:r>
            <a:endParaRPr sz="2310"/>
          </a:p>
        </p:txBody>
      </p:sp>
      <p:sp>
        <p:nvSpPr>
          <p:cNvPr id="517" name="Google Shape;517;p13"/>
          <p:cNvSpPr/>
          <p:nvPr/>
        </p:nvSpPr>
        <p:spPr>
          <a:xfrm>
            <a:off x="628560" y="1825560"/>
            <a:ext cx="7884360" cy="4348800"/>
          </a:xfrm>
          <a:prstGeom prst="rect">
            <a:avLst/>
          </a:prstGeom>
          <a:noFill/>
          <a:ln>
            <a:noFill/>
          </a:ln>
        </p:spPr>
        <p:txBody>
          <a:bodyPr spcFirstLastPara="1" wrap="square" lIns="90000" tIns="45000" rIns="90000" bIns="45000" anchor="t" anchorCtr="0">
            <a:normAutofit/>
          </a:bodyPr>
          <a:lstStyle/>
          <a:p>
            <a:pPr marL="171360" indent="-35640">
              <a:lnSpc>
                <a:spcPct val="90000"/>
              </a:lnSpc>
            </a:pPr>
            <a:endParaRPr sz="1800"/>
          </a:p>
          <a:p>
            <a:pPr marL="171360" indent="-35640">
              <a:lnSpc>
                <a:spcPct val="90000"/>
              </a:lnSpc>
              <a:spcBef>
                <a:spcPts val="751"/>
              </a:spcBef>
            </a:pPr>
            <a:endParaRPr sz="1800"/>
          </a:p>
        </p:txBody>
      </p:sp>
      <p:pic>
        <p:nvPicPr>
          <p:cNvPr id="518" name="Google Shape;518;p13"/>
          <p:cNvPicPr preferRelativeResize="0"/>
          <p:nvPr/>
        </p:nvPicPr>
        <p:blipFill rotWithShape="1">
          <a:blip r:embed="rId3">
            <a:alphaModFix/>
          </a:blip>
          <a:srcRect l="23732" t="16973" r="14759" b="12401"/>
          <a:stretch/>
        </p:blipFill>
        <p:spPr>
          <a:xfrm>
            <a:off x="7796880" y="59040"/>
            <a:ext cx="1148400" cy="921240"/>
          </a:xfrm>
          <a:prstGeom prst="rect">
            <a:avLst/>
          </a:prstGeom>
          <a:noFill/>
          <a:ln>
            <a:noFill/>
          </a:ln>
        </p:spPr>
      </p:pic>
      <p:pic>
        <p:nvPicPr>
          <p:cNvPr id="519" name="Google Shape;519;p13"/>
          <p:cNvPicPr preferRelativeResize="0"/>
          <p:nvPr/>
        </p:nvPicPr>
        <p:blipFill rotWithShape="1">
          <a:blip r:embed="rId4">
            <a:alphaModFix/>
          </a:blip>
          <a:srcRect l="16148" t="206" b="9841"/>
          <a:stretch/>
        </p:blipFill>
        <p:spPr>
          <a:xfrm>
            <a:off x="628560" y="1396440"/>
            <a:ext cx="7961760" cy="4778280"/>
          </a:xfrm>
          <a:prstGeom prst="rect">
            <a:avLst/>
          </a:prstGeom>
          <a:noFill/>
          <a:ln>
            <a:noFill/>
          </a:ln>
        </p:spPr>
      </p:pic>
      <p:sp>
        <p:nvSpPr>
          <p:cNvPr id="520" name="Google Shape;520;p13"/>
          <p:cNvSpPr/>
          <p:nvPr/>
        </p:nvSpPr>
        <p:spPr>
          <a:xfrm>
            <a:off x="7019640" y="3061080"/>
            <a:ext cx="700560" cy="176760"/>
          </a:xfrm>
          <a:prstGeom prst="rect">
            <a:avLst/>
          </a:prstGeom>
          <a:solidFill>
            <a:srgbClr val="000000">
              <a:alpha val="4705"/>
            </a:srgbClr>
          </a:solidFill>
          <a:ln w="18000" cap="flat" cmpd="sng">
            <a:solidFill>
              <a:srgbClr val="000000"/>
            </a:solidFill>
            <a:prstDash val="solid"/>
            <a:miter lim="8000"/>
            <a:headEnd type="none" w="sm" len="sm"/>
            <a:tailEnd type="none" w="sm" len="sm"/>
          </a:ln>
        </p:spPr>
        <p:txBody>
          <a:bodyPr spcFirstLastPara="1" wrap="square" lIns="90000" tIns="45000" rIns="90000" bIns="45000" anchor="ctr" anchorCtr="0">
            <a:noAutofit/>
          </a:bodyPr>
          <a:lstStyle/>
          <a:p>
            <a:pPr algn="r"/>
            <a:r>
              <a:rPr lang="en-IN" sz="1800">
                <a:latin typeface="Calibri"/>
                <a:ea typeface="Calibri"/>
                <a:cs typeface="Calibri"/>
                <a:sym typeface="Calibri"/>
              </a:rPr>
              <a:t>2</a:t>
            </a:r>
            <a:endParaRPr sz="1800"/>
          </a:p>
        </p:txBody>
      </p:sp>
      <p:sp>
        <p:nvSpPr>
          <p:cNvPr id="521" name="Google Shape;521;p13"/>
          <p:cNvSpPr/>
          <p:nvPr/>
        </p:nvSpPr>
        <p:spPr>
          <a:xfrm flipH="1">
            <a:off x="1291680" y="6338882"/>
            <a:ext cx="6424920" cy="644877"/>
          </a:xfrm>
          <a:prstGeom prst="rect">
            <a:avLst/>
          </a:prstGeom>
          <a:noFill/>
          <a:ln>
            <a:noFill/>
          </a:ln>
        </p:spPr>
        <p:txBody>
          <a:bodyPr spcFirstLastPara="1" wrap="square" lIns="90000" tIns="45000" rIns="90000" bIns="45000" anchor="t" anchorCtr="0">
            <a:spAutoFit/>
          </a:bodyPr>
          <a:lstStyle/>
          <a:p>
            <a:pPr algn="ctr"/>
            <a:r>
              <a:rPr lang="en-IN" sz="1800">
                <a:latin typeface="Calibri"/>
                <a:ea typeface="Calibri"/>
                <a:cs typeface="Calibri"/>
                <a:sym typeface="Calibri"/>
              </a:rPr>
              <a:t>Use Redo and Undo commands</a:t>
            </a:r>
            <a:endParaRPr sz="1800"/>
          </a:p>
          <a:p>
            <a:endParaRPr sz="1800"/>
          </a:p>
        </p:txBody>
      </p:sp>
      <p:sp>
        <p:nvSpPr>
          <p:cNvPr id="522" name="Google Shape;522;p13"/>
          <p:cNvSpPr/>
          <p:nvPr/>
        </p:nvSpPr>
        <p:spPr>
          <a:xfrm>
            <a:off x="6853680" y="2327760"/>
            <a:ext cx="1437480" cy="357480"/>
          </a:xfrm>
          <a:prstGeom prst="rect">
            <a:avLst/>
          </a:prstGeom>
          <a:solidFill>
            <a:srgbClr val="000000">
              <a:alpha val="4705"/>
            </a:srgbClr>
          </a:solidFill>
          <a:ln w="18000" cap="flat" cmpd="sng">
            <a:solidFill>
              <a:srgbClr val="000000"/>
            </a:solidFill>
            <a:prstDash val="solid"/>
            <a:miter lim="8000"/>
            <a:headEnd type="none" w="sm" len="sm"/>
            <a:tailEnd type="none" w="sm" len="sm"/>
          </a:ln>
        </p:spPr>
        <p:txBody>
          <a:bodyPr spcFirstLastPara="1" wrap="square" lIns="90000" tIns="45000" rIns="90000" bIns="45000" anchor="ctr" anchorCtr="0">
            <a:noAutofit/>
          </a:bodyPr>
          <a:lstStyle/>
          <a:p>
            <a:pPr algn="r"/>
            <a:r>
              <a:rPr lang="en-IN" sz="1800">
                <a:latin typeface="Calibri"/>
                <a:ea typeface="Calibri"/>
                <a:cs typeface="Calibri"/>
                <a:sym typeface="Calibri"/>
              </a:rPr>
              <a:t>1</a:t>
            </a:r>
            <a:endParaRPr sz="1800"/>
          </a:p>
        </p:txBody>
      </p:sp>
      <p:pic>
        <p:nvPicPr>
          <p:cNvPr id="523" name="Google Shape;523;p13"/>
          <p:cNvPicPr preferRelativeResize="0"/>
          <p:nvPr/>
        </p:nvPicPr>
        <p:blipFill rotWithShape="1">
          <a:blip r:embed="rId5">
            <a:alphaModFix/>
          </a:blip>
          <a:srcRect l="9273" t="30771" r="9093" b="34965"/>
          <a:stretch/>
        </p:blipFill>
        <p:spPr>
          <a:xfrm>
            <a:off x="0" y="9302"/>
            <a:ext cx="1948200" cy="612600"/>
          </a:xfrm>
          <a:prstGeom prst="roundRect">
            <a:avLst>
              <a:gd name="adj" fmla="val 8594"/>
            </a:avLst>
          </a:prstGeom>
          <a:solidFill>
            <a:srgbClr val="ECECEC"/>
          </a:solidFill>
          <a:ln>
            <a:noFill/>
          </a:ln>
          <a:effectLst>
            <a:reflection stA="38000" endPos="28000" dist="5000" dir="5400000" fadeDir="5400012" sy="-100000" algn="bl" rotWithShape="0"/>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19"/>
                                        </p:tgtEl>
                                        <p:attrNameLst>
                                          <p:attrName>style.visibility</p:attrName>
                                        </p:attrNameLst>
                                      </p:cBhvr>
                                      <p:to>
                                        <p:strVal val="visible"/>
                                      </p:to>
                                    </p:set>
                                    <p:animEffect transition="in" filter="fade">
                                      <p:cBhvr>
                                        <p:cTn id="7" dur="1000"/>
                                        <p:tgtEl>
                                          <p:spTgt spid="5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22"/>
                                        </p:tgtEl>
                                        <p:attrNameLst>
                                          <p:attrName>style.visibility</p:attrName>
                                        </p:attrNameLst>
                                      </p:cBhvr>
                                      <p:to>
                                        <p:strVal val="visible"/>
                                      </p:to>
                                    </p:set>
                                    <p:animEffect transition="in" filter="fade">
                                      <p:cBhvr>
                                        <p:cTn id="12" dur="1000"/>
                                        <p:tgtEl>
                                          <p:spTgt spid="5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20"/>
                                        </p:tgtEl>
                                        <p:attrNameLst>
                                          <p:attrName>style.visibility</p:attrName>
                                        </p:attrNameLst>
                                      </p:cBhvr>
                                      <p:to>
                                        <p:strVal val="visible"/>
                                      </p:to>
                                    </p:set>
                                    <p:animEffect transition="in" filter="fade">
                                      <p:cBhvr>
                                        <p:cTn id="17" dur="1000"/>
                                        <p:tgtEl>
                                          <p:spTgt spid="5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rgbClr val="F5F7FC"/>
            </a:gs>
            <a:gs pos="100000">
              <a:srgbClr val="A9BEE4"/>
            </a:gs>
          </a:gsLst>
          <a:lin ang="5400000" scaled="0"/>
        </a:gradFill>
        <a:effectLst/>
      </p:bgPr>
    </p:bg>
    <p:spTree>
      <p:nvGrpSpPr>
        <p:cNvPr id="1" name="Shape 528"/>
        <p:cNvGrpSpPr/>
        <p:nvPr/>
      </p:nvGrpSpPr>
      <p:grpSpPr>
        <a:xfrm>
          <a:off x="0" y="0"/>
          <a:ext cx="0" cy="0"/>
          <a:chOff x="0" y="0"/>
          <a:chExt cx="0" cy="0"/>
        </a:xfrm>
      </p:grpSpPr>
      <p:sp>
        <p:nvSpPr>
          <p:cNvPr id="529" name="Google Shape;529;p14"/>
          <p:cNvSpPr/>
          <p:nvPr/>
        </p:nvSpPr>
        <p:spPr>
          <a:xfrm>
            <a:off x="628560" y="767160"/>
            <a:ext cx="7884360" cy="921240"/>
          </a:xfrm>
          <a:prstGeom prst="rect">
            <a:avLst/>
          </a:prstGeom>
          <a:noFill/>
          <a:ln>
            <a:noFill/>
          </a:ln>
        </p:spPr>
        <p:txBody>
          <a:bodyPr spcFirstLastPara="1" wrap="square" lIns="90000" tIns="45000" rIns="90000" bIns="45000" anchor="ctr" anchorCtr="0">
            <a:normAutofit/>
          </a:bodyPr>
          <a:lstStyle/>
          <a:p>
            <a:pPr>
              <a:lnSpc>
                <a:spcPct val="90000"/>
              </a:lnSpc>
            </a:pPr>
            <a:r>
              <a:rPr lang="en-IN" sz="1617">
                <a:latin typeface="Calibri"/>
                <a:ea typeface="Calibri"/>
                <a:cs typeface="Calibri"/>
                <a:sym typeface="Calibri"/>
              </a:rPr>
              <a:t>Formatting Slide Background – Gradient fill &amp; Picture or texture fill		</a:t>
            </a:r>
            <a:endParaRPr sz="1617"/>
          </a:p>
        </p:txBody>
      </p:sp>
      <p:sp>
        <p:nvSpPr>
          <p:cNvPr id="530" name="Google Shape;530;p14"/>
          <p:cNvSpPr/>
          <p:nvPr/>
        </p:nvSpPr>
        <p:spPr>
          <a:xfrm>
            <a:off x="628560" y="1786310"/>
            <a:ext cx="3883800" cy="4348800"/>
          </a:xfrm>
          <a:prstGeom prst="rect">
            <a:avLst/>
          </a:prstGeom>
          <a:gradFill>
            <a:gsLst>
              <a:gs pos="0">
                <a:srgbClr val="262626"/>
              </a:gs>
              <a:gs pos="100000">
                <a:srgbClr val="262626"/>
              </a:gs>
            </a:gsLst>
            <a:path path="circle">
              <a:fillToRect l="50000" t="50000" r="50000" b="50000"/>
            </a:path>
            <a:tileRect/>
          </a:gradFill>
          <a:ln w="9525" cap="flat" cmpd="sng">
            <a:solidFill>
              <a:srgbClr val="F5F7FC"/>
            </a:solidFill>
            <a:prstDash val="solid"/>
            <a:round/>
            <a:headEnd type="none" w="sm" len="sm"/>
            <a:tailEnd type="none" w="sm" len="sm"/>
          </a:ln>
        </p:spPr>
        <p:txBody>
          <a:bodyPr spcFirstLastPara="1" wrap="square" lIns="90000" tIns="45000" rIns="90000" bIns="45000" anchor="t" anchorCtr="0">
            <a:normAutofit/>
          </a:bodyPr>
          <a:lstStyle/>
          <a:p>
            <a:pPr marL="171360" indent="-35640">
              <a:lnSpc>
                <a:spcPct val="90000"/>
              </a:lnSpc>
            </a:pPr>
            <a:endParaRPr sz="1800"/>
          </a:p>
          <a:p>
            <a:pPr marL="171360" indent="-168840">
              <a:lnSpc>
                <a:spcPct val="90000"/>
              </a:lnSpc>
              <a:spcBef>
                <a:spcPts val="751"/>
              </a:spcBef>
              <a:buSzPts val="2100"/>
              <a:buFont typeface="Arial"/>
              <a:buChar char="•"/>
            </a:pPr>
            <a:r>
              <a:rPr lang="en-IN" sz="2100">
                <a:latin typeface="Calibri"/>
                <a:ea typeface="Calibri"/>
                <a:cs typeface="Calibri"/>
                <a:sym typeface="Calibri"/>
              </a:rPr>
              <a:t>Hello World !</a:t>
            </a:r>
            <a:endParaRPr sz="2100"/>
          </a:p>
        </p:txBody>
      </p:sp>
      <p:pic>
        <p:nvPicPr>
          <p:cNvPr id="531" name="Google Shape;531;p14"/>
          <p:cNvPicPr preferRelativeResize="0"/>
          <p:nvPr/>
        </p:nvPicPr>
        <p:blipFill rotWithShape="1">
          <a:blip r:embed="rId3">
            <a:alphaModFix/>
          </a:blip>
          <a:srcRect l="23732" t="16973" r="14759" b="12401"/>
          <a:stretch/>
        </p:blipFill>
        <p:spPr>
          <a:xfrm>
            <a:off x="7861320" y="0"/>
            <a:ext cx="1305720" cy="921240"/>
          </a:xfrm>
          <a:prstGeom prst="rect">
            <a:avLst/>
          </a:prstGeom>
          <a:noFill/>
          <a:ln>
            <a:noFill/>
          </a:ln>
        </p:spPr>
      </p:pic>
      <p:sp>
        <p:nvSpPr>
          <p:cNvPr id="532" name="Google Shape;532;p14"/>
          <p:cNvSpPr/>
          <p:nvPr/>
        </p:nvSpPr>
        <p:spPr>
          <a:xfrm>
            <a:off x="4629240" y="1825560"/>
            <a:ext cx="3883680" cy="4348800"/>
          </a:xfrm>
          <a:prstGeom prst="rect">
            <a:avLst/>
          </a:prstGeom>
          <a:blipFill rotWithShape="1">
            <a:blip r:embed="rId4">
              <a:alphaModFix/>
            </a:blip>
            <a:stretch>
              <a:fillRect/>
            </a:stretch>
          </a:blipFill>
          <a:ln>
            <a:noFill/>
          </a:ln>
        </p:spPr>
        <p:txBody>
          <a:bodyPr spcFirstLastPara="1" wrap="square" lIns="90000" tIns="45000" rIns="90000" bIns="45000" anchor="t" anchorCtr="0">
            <a:normAutofit/>
          </a:bodyPr>
          <a:lstStyle/>
          <a:p>
            <a:pPr marL="171360" indent="-168840">
              <a:lnSpc>
                <a:spcPct val="90000"/>
              </a:lnSpc>
              <a:buSzPts val="2100"/>
              <a:buFont typeface="Arial"/>
              <a:buChar char="•"/>
            </a:pPr>
            <a:r>
              <a:rPr lang="en-IN" sz="2100">
                <a:latin typeface="Calibri"/>
                <a:ea typeface="Calibri"/>
                <a:cs typeface="Calibri"/>
                <a:sym typeface="Calibri"/>
              </a:rPr>
              <a:t>Hello World !</a:t>
            </a:r>
            <a:endParaRPr sz="2100"/>
          </a:p>
        </p:txBody>
      </p:sp>
      <p:pic>
        <p:nvPicPr>
          <p:cNvPr id="533" name="Google Shape;533;p14"/>
          <p:cNvPicPr preferRelativeResize="0"/>
          <p:nvPr/>
        </p:nvPicPr>
        <p:blipFill rotWithShape="1">
          <a:blip r:embed="rId5">
            <a:alphaModFix/>
          </a:blip>
          <a:srcRect l="9273" t="30771" r="9093" b="34965"/>
          <a:stretch/>
        </p:blipFill>
        <p:spPr>
          <a:xfrm>
            <a:off x="0" y="9302"/>
            <a:ext cx="1948200" cy="612600"/>
          </a:xfrm>
          <a:prstGeom prst="roundRect">
            <a:avLst>
              <a:gd name="adj" fmla="val 8594"/>
            </a:avLst>
          </a:prstGeom>
          <a:solidFill>
            <a:srgbClr val="ECECEC"/>
          </a:solidFill>
          <a:ln>
            <a:noFill/>
          </a:ln>
          <a:effectLst>
            <a:reflection stA="38000" endPos="28000" dist="5000" dir="5400000" fadeDir="5400012" sy="-100000" algn="bl" rotWithShape="0"/>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38"/>
        <p:cNvGrpSpPr/>
        <p:nvPr/>
      </p:nvGrpSpPr>
      <p:grpSpPr>
        <a:xfrm>
          <a:off x="0" y="0"/>
          <a:ext cx="0" cy="0"/>
          <a:chOff x="0" y="0"/>
          <a:chExt cx="0" cy="0"/>
        </a:xfrm>
      </p:grpSpPr>
      <p:pic>
        <p:nvPicPr>
          <p:cNvPr id="539" name="Google Shape;539;p15"/>
          <p:cNvPicPr preferRelativeResize="0"/>
          <p:nvPr/>
        </p:nvPicPr>
        <p:blipFill rotWithShape="1">
          <a:blip r:embed="rId3">
            <a:alphaModFix/>
          </a:blip>
          <a:srcRect l="23732" t="16973" r="14759" b="12401"/>
          <a:stretch/>
        </p:blipFill>
        <p:spPr>
          <a:xfrm>
            <a:off x="7811640" y="45000"/>
            <a:ext cx="1305720" cy="807840"/>
          </a:xfrm>
          <a:prstGeom prst="rect">
            <a:avLst/>
          </a:prstGeom>
          <a:noFill/>
          <a:ln>
            <a:noFill/>
          </a:ln>
        </p:spPr>
      </p:pic>
      <p:sp>
        <p:nvSpPr>
          <p:cNvPr id="540" name="Google Shape;540;p15"/>
          <p:cNvSpPr/>
          <p:nvPr/>
        </p:nvSpPr>
        <p:spPr>
          <a:xfrm>
            <a:off x="2852280" y="516960"/>
            <a:ext cx="3588120" cy="367878"/>
          </a:xfrm>
          <a:prstGeom prst="rect">
            <a:avLst/>
          </a:prstGeom>
          <a:noFill/>
          <a:ln>
            <a:noFill/>
          </a:ln>
        </p:spPr>
        <p:txBody>
          <a:bodyPr spcFirstLastPara="1" wrap="square" lIns="90000" tIns="45000" rIns="90000" bIns="45000" anchor="t" anchorCtr="0">
            <a:spAutoFit/>
          </a:bodyPr>
          <a:lstStyle/>
          <a:p>
            <a:r>
              <a:rPr lang="en-IN" sz="1800">
                <a:latin typeface="Calibri"/>
                <a:ea typeface="Calibri"/>
                <a:cs typeface="Calibri"/>
                <a:sym typeface="Calibri"/>
              </a:rPr>
              <a:t>Adding Text Box</a:t>
            </a:r>
            <a:endParaRPr sz="1800"/>
          </a:p>
        </p:txBody>
      </p:sp>
      <p:pic>
        <p:nvPicPr>
          <p:cNvPr id="541" name="Google Shape;541;p15"/>
          <p:cNvPicPr preferRelativeResize="0"/>
          <p:nvPr/>
        </p:nvPicPr>
        <p:blipFill rotWithShape="1">
          <a:blip r:embed="rId4">
            <a:alphaModFix/>
          </a:blip>
          <a:srcRect r="265" b="78352"/>
          <a:stretch/>
        </p:blipFill>
        <p:spPr>
          <a:xfrm>
            <a:off x="167040" y="911520"/>
            <a:ext cx="8797320" cy="1769400"/>
          </a:xfrm>
          <a:prstGeom prst="rect">
            <a:avLst/>
          </a:prstGeom>
          <a:noFill/>
          <a:ln w="9525" cap="flat" cmpd="sng">
            <a:solidFill>
              <a:schemeClr val="dk1"/>
            </a:solidFill>
            <a:prstDash val="solid"/>
            <a:round/>
            <a:headEnd type="none" w="sm" len="sm"/>
            <a:tailEnd type="none" w="sm" len="sm"/>
          </a:ln>
        </p:spPr>
      </p:pic>
      <p:pic>
        <p:nvPicPr>
          <p:cNvPr id="542" name="Google Shape;542;p15"/>
          <p:cNvPicPr preferRelativeResize="0"/>
          <p:nvPr/>
        </p:nvPicPr>
        <p:blipFill rotWithShape="1">
          <a:blip r:embed="rId5">
            <a:alphaModFix/>
          </a:blip>
          <a:srcRect/>
          <a:stretch/>
        </p:blipFill>
        <p:spPr>
          <a:xfrm>
            <a:off x="1277280" y="3450960"/>
            <a:ext cx="6531480" cy="2493000"/>
          </a:xfrm>
          <a:prstGeom prst="rect">
            <a:avLst/>
          </a:prstGeom>
          <a:noFill/>
          <a:ln>
            <a:noFill/>
          </a:ln>
        </p:spPr>
      </p:pic>
      <p:pic>
        <p:nvPicPr>
          <p:cNvPr id="543" name="Google Shape;543;p15"/>
          <p:cNvPicPr preferRelativeResize="0"/>
          <p:nvPr/>
        </p:nvPicPr>
        <p:blipFill rotWithShape="1">
          <a:blip r:embed="rId6">
            <a:alphaModFix/>
          </a:blip>
          <a:srcRect l="9273" t="30771" r="9093" b="34965"/>
          <a:stretch/>
        </p:blipFill>
        <p:spPr>
          <a:xfrm>
            <a:off x="0" y="9302"/>
            <a:ext cx="1948200" cy="612600"/>
          </a:xfrm>
          <a:prstGeom prst="roundRect">
            <a:avLst>
              <a:gd name="adj" fmla="val 8594"/>
            </a:avLst>
          </a:prstGeom>
          <a:solidFill>
            <a:srgbClr val="ECECEC"/>
          </a:solidFill>
          <a:ln>
            <a:noFill/>
          </a:ln>
          <a:effectLst>
            <a:reflection stA="38000" endPos="28000" dist="5000" dir="5400000" fadeDir="5400012" sy="-100000" algn="bl" rotWithShape="0"/>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42"/>
                                        </p:tgtEl>
                                        <p:attrNameLst>
                                          <p:attrName>style.visibility</p:attrName>
                                        </p:attrNameLst>
                                      </p:cBhvr>
                                      <p:to>
                                        <p:strVal val="visible"/>
                                      </p:to>
                                    </p:set>
                                    <p:animEffect transition="in" filter="fade">
                                      <p:cBhvr>
                                        <p:cTn id="7" dur="1000"/>
                                        <p:tgtEl>
                                          <p:spTgt spid="5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48"/>
        <p:cNvGrpSpPr/>
        <p:nvPr/>
      </p:nvGrpSpPr>
      <p:grpSpPr>
        <a:xfrm>
          <a:off x="0" y="0"/>
          <a:ext cx="0" cy="0"/>
          <a:chOff x="0" y="0"/>
          <a:chExt cx="0" cy="0"/>
        </a:xfrm>
      </p:grpSpPr>
      <p:sp>
        <p:nvSpPr>
          <p:cNvPr id="549" name="Google Shape;549;p16"/>
          <p:cNvSpPr/>
          <p:nvPr/>
        </p:nvSpPr>
        <p:spPr>
          <a:xfrm>
            <a:off x="628560" y="365040"/>
            <a:ext cx="7884360" cy="1323000"/>
          </a:xfrm>
          <a:prstGeom prst="rect">
            <a:avLst/>
          </a:prstGeom>
          <a:noFill/>
          <a:ln>
            <a:noFill/>
          </a:ln>
        </p:spPr>
        <p:txBody>
          <a:bodyPr spcFirstLastPara="1" wrap="square" lIns="90000" tIns="45000" rIns="90000" bIns="45000" anchor="ctr" anchorCtr="0">
            <a:normAutofit/>
          </a:bodyPr>
          <a:lstStyle/>
          <a:p>
            <a:pPr algn="ctr">
              <a:lnSpc>
                <a:spcPct val="90000"/>
              </a:lnSpc>
            </a:pPr>
            <a:r>
              <a:rPr lang="en-IN" sz="3600" dirty="0">
                <a:solidFill>
                  <a:srgbClr val="2F5496"/>
                </a:solidFill>
                <a:latin typeface="Libre Baskerville"/>
                <a:ea typeface="Libre Baskerville"/>
                <a:cs typeface="Libre Baskerville"/>
                <a:sym typeface="Libre Baskerville"/>
              </a:rPr>
              <a:t>Entering and Editing Text	</a:t>
            </a:r>
            <a:r>
              <a:rPr lang="en-IN" sz="3300" dirty="0">
                <a:latin typeface="Calibri"/>
                <a:ea typeface="Calibri"/>
                <a:cs typeface="Calibri"/>
                <a:sym typeface="Calibri"/>
              </a:rPr>
              <a:t>	</a:t>
            </a:r>
            <a:endParaRPr sz="3300" dirty="0"/>
          </a:p>
        </p:txBody>
      </p:sp>
      <p:sp>
        <p:nvSpPr>
          <p:cNvPr id="550" name="Google Shape;550;p16"/>
          <p:cNvSpPr/>
          <p:nvPr/>
        </p:nvSpPr>
        <p:spPr>
          <a:xfrm>
            <a:off x="628560" y="1490760"/>
            <a:ext cx="7884360" cy="4683600"/>
          </a:xfrm>
          <a:prstGeom prst="rect">
            <a:avLst/>
          </a:prstGeom>
          <a:noFill/>
          <a:ln>
            <a:noFill/>
          </a:ln>
        </p:spPr>
        <p:txBody>
          <a:bodyPr spcFirstLastPara="1" wrap="square" lIns="90000" tIns="45000" rIns="90000" bIns="45000" anchor="t" anchorCtr="0">
            <a:normAutofit/>
          </a:bodyPr>
          <a:lstStyle/>
          <a:p>
            <a:pPr marL="171360" indent="-35640">
              <a:lnSpc>
                <a:spcPct val="90000"/>
              </a:lnSpc>
            </a:pPr>
            <a:endParaRPr sz="1800" dirty="0"/>
          </a:p>
          <a:p>
            <a:pPr marL="171360" indent="-35640">
              <a:lnSpc>
                <a:spcPct val="90000"/>
              </a:lnSpc>
              <a:spcBef>
                <a:spcPts val="751"/>
              </a:spcBef>
            </a:pPr>
            <a:endParaRPr sz="1800" dirty="0"/>
          </a:p>
        </p:txBody>
      </p:sp>
      <p:pic>
        <p:nvPicPr>
          <p:cNvPr id="551" name="Google Shape;551;p16"/>
          <p:cNvPicPr preferRelativeResize="0"/>
          <p:nvPr/>
        </p:nvPicPr>
        <p:blipFill rotWithShape="1">
          <a:blip r:embed="rId3">
            <a:alphaModFix/>
          </a:blip>
          <a:srcRect l="23732" t="16973" r="14759" b="12401"/>
          <a:stretch/>
        </p:blipFill>
        <p:spPr>
          <a:xfrm>
            <a:off x="7639920" y="9360"/>
            <a:ext cx="1305720" cy="921240"/>
          </a:xfrm>
          <a:prstGeom prst="rect">
            <a:avLst/>
          </a:prstGeom>
          <a:noFill/>
          <a:ln>
            <a:noFill/>
          </a:ln>
        </p:spPr>
      </p:pic>
      <p:grpSp>
        <p:nvGrpSpPr>
          <p:cNvPr id="552" name="Google Shape;552;p16"/>
          <p:cNvGrpSpPr/>
          <p:nvPr/>
        </p:nvGrpSpPr>
        <p:grpSpPr>
          <a:xfrm>
            <a:off x="512640" y="1348560"/>
            <a:ext cx="8000280" cy="5168160"/>
            <a:chOff x="512640" y="1348560"/>
            <a:chExt cx="8000280" cy="5168160"/>
          </a:xfrm>
        </p:grpSpPr>
        <p:sp>
          <p:nvSpPr>
            <p:cNvPr id="553" name="Google Shape;553;p16"/>
            <p:cNvSpPr/>
            <p:nvPr/>
          </p:nvSpPr>
          <p:spPr>
            <a:xfrm>
              <a:off x="512640" y="1348560"/>
              <a:ext cx="8000280" cy="360"/>
            </a:xfrm>
            <a:custGeom>
              <a:avLst/>
              <a:gdLst/>
              <a:ahLst/>
              <a:cxnLst/>
              <a:rect l="l" t="t" r="r" b="b"/>
              <a:pathLst>
                <a:path w="21600" h="21600" extrusionOk="0">
                  <a:moveTo>
                    <a:pt x="0" y="0"/>
                  </a:moveTo>
                  <a:lnTo>
                    <a:pt x="21600" y="21600"/>
                  </a:lnTo>
                </a:path>
              </a:pathLst>
            </a:custGeom>
            <a:solidFill>
              <a:srgbClr val="4372C3"/>
            </a:solidFill>
            <a:ln w="12600" cap="flat" cmpd="sng">
              <a:solidFill>
                <a:srgbClr val="4372C3"/>
              </a:solidFill>
              <a:prstDash val="solid"/>
              <a:miter lim="8000"/>
              <a:headEnd type="none" w="sm" len="sm"/>
              <a:tailEnd type="none" w="sm" len="sm"/>
            </a:ln>
          </p:spPr>
        </p:sp>
        <p:sp>
          <p:nvSpPr>
            <p:cNvPr id="554" name="Google Shape;554;p16"/>
            <p:cNvSpPr/>
            <p:nvPr/>
          </p:nvSpPr>
          <p:spPr>
            <a:xfrm>
              <a:off x="512640" y="1348560"/>
              <a:ext cx="7992360" cy="1584360"/>
            </a:xfrm>
            <a:prstGeom prst="rect">
              <a:avLst/>
            </a:prstGeom>
            <a:noFill/>
            <a:ln>
              <a:noFill/>
            </a:ln>
          </p:spPr>
          <p:txBody>
            <a:bodyPr spcFirstLastPara="1" wrap="square" lIns="91425" tIns="91425" rIns="91425" bIns="91425" anchor="ctr" anchorCtr="0">
              <a:noAutofit/>
            </a:bodyPr>
            <a:lstStyle/>
            <a:p>
              <a:endParaRPr dirty="0"/>
            </a:p>
          </p:txBody>
        </p:sp>
        <p:sp>
          <p:nvSpPr>
            <p:cNvPr id="555" name="Google Shape;555;p16"/>
            <p:cNvSpPr/>
            <p:nvPr/>
          </p:nvSpPr>
          <p:spPr>
            <a:xfrm>
              <a:off x="512640" y="1348560"/>
              <a:ext cx="7992360" cy="1584360"/>
            </a:xfrm>
            <a:prstGeom prst="rect">
              <a:avLst/>
            </a:prstGeom>
            <a:noFill/>
            <a:ln>
              <a:noFill/>
            </a:ln>
          </p:spPr>
          <p:txBody>
            <a:bodyPr spcFirstLastPara="1" wrap="square" lIns="90000" tIns="91425" rIns="90000" bIns="91425" anchor="t" anchorCtr="0">
              <a:noAutofit/>
            </a:bodyPr>
            <a:lstStyle/>
            <a:p>
              <a:pPr>
                <a:lnSpc>
                  <a:spcPct val="90000"/>
                </a:lnSpc>
              </a:pPr>
              <a:r>
                <a:rPr lang="en-IN" sz="2400" dirty="0">
                  <a:solidFill>
                    <a:srgbClr val="2F5496"/>
                  </a:solidFill>
                  <a:latin typeface="Calibri"/>
                  <a:ea typeface="Calibri"/>
                  <a:cs typeface="Calibri"/>
                  <a:sym typeface="Calibri"/>
                </a:rPr>
                <a:t>Edit text </a:t>
              </a:r>
              <a:r>
                <a:rPr lang="en-IN" sz="2400" dirty="0">
                  <a:latin typeface="Calibri"/>
                  <a:ea typeface="Calibri"/>
                  <a:cs typeface="Calibri"/>
                  <a:sym typeface="Calibri"/>
                </a:rPr>
                <a:t>- Usage of Spelling and Grammar</a:t>
              </a:r>
              <a:endParaRPr sz="2400" dirty="0"/>
            </a:p>
          </p:txBody>
        </p:sp>
        <p:sp>
          <p:nvSpPr>
            <p:cNvPr id="556" name="Google Shape;556;p16"/>
            <p:cNvSpPr/>
            <p:nvPr/>
          </p:nvSpPr>
          <p:spPr>
            <a:xfrm>
              <a:off x="512640" y="2935440"/>
              <a:ext cx="8000280" cy="360"/>
            </a:xfrm>
            <a:custGeom>
              <a:avLst/>
              <a:gdLst/>
              <a:ahLst/>
              <a:cxnLst/>
              <a:rect l="l" t="t" r="r" b="b"/>
              <a:pathLst>
                <a:path w="21600" h="21600" extrusionOk="0">
                  <a:moveTo>
                    <a:pt x="0" y="0"/>
                  </a:moveTo>
                  <a:lnTo>
                    <a:pt x="21600" y="21600"/>
                  </a:lnTo>
                </a:path>
              </a:pathLst>
            </a:custGeom>
            <a:solidFill>
              <a:srgbClr val="4372C3"/>
            </a:solidFill>
            <a:ln w="12600" cap="flat" cmpd="sng">
              <a:solidFill>
                <a:srgbClr val="4372C3"/>
              </a:solidFill>
              <a:prstDash val="solid"/>
              <a:miter lim="8000"/>
              <a:headEnd type="none" w="sm" len="sm"/>
              <a:tailEnd type="none" w="sm" len="sm"/>
            </a:ln>
          </p:spPr>
        </p:sp>
        <p:sp>
          <p:nvSpPr>
            <p:cNvPr id="557" name="Google Shape;557;p16"/>
            <p:cNvSpPr/>
            <p:nvPr/>
          </p:nvSpPr>
          <p:spPr>
            <a:xfrm>
              <a:off x="512640" y="2935440"/>
              <a:ext cx="7992360" cy="1426680"/>
            </a:xfrm>
            <a:prstGeom prst="rect">
              <a:avLst/>
            </a:prstGeom>
            <a:noFill/>
            <a:ln>
              <a:noFill/>
            </a:ln>
          </p:spPr>
          <p:txBody>
            <a:bodyPr spcFirstLastPara="1" wrap="square" lIns="91425" tIns="91425" rIns="91425" bIns="91425" anchor="ctr" anchorCtr="0">
              <a:noAutofit/>
            </a:bodyPr>
            <a:lstStyle/>
            <a:p>
              <a:endParaRPr dirty="0"/>
            </a:p>
          </p:txBody>
        </p:sp>
        <p:sp>
          <p:nvSpPr>
            <p:cNvPr id="558" name="Google Shape;558;p16"/>
            <p:cNvSpPr/>
            <p:nvPr/>
          </p:nvSpPr>
          <p:spPr>
            <a:xfrm>
              <a:off x="512640" y="2935440"/>
              <a:ext cx="7992360" cy="1426680"/>
            </a:xfrm>
            <a:prstGeom prst="rect">
              <a:avLst/>
            </a:prstGeom>
            <a:noFill/>
            <a:ln>
              <a:noFill/>
            </a:ln>
          </p:spPr>
          <p:txBody>
            <a:bodyPr spcFirstLastPara="1" wrap="square" lIns="90000" tIns="91425" rIns="90000" bIns="91425" anchor="t" anchorCtr="0">
              <a:noAutofit/>
            </a:bodyPr>
            <a:lstStyle/>
            <a:p>
              <a:pPr>
                <a:lnSpc>
                  <a:spcPct val="90000"/>
                </a:lnSpc>
              </a:pPr>
              <a:r>
                <a:rPr lang="en-IN" sz="2400" dirty="0">
                  <a:solidFill>
                    <a:srgbClr val="2F5496"/>
                  </a:solidFill>
                  <a:latin typeface="Calibri"/>
                  <a:ea typeface="Calibri"/>
                  <a:cs typeface="Calibri"/>
                  <a:sym typeface="Calibri"/>
                </a:rPr>
                <a:t>Navigate within text </a:t>
              </a:r>
              <a:r>
                <a:rPr lang="en-IN" sz="2400" dirty="0">
                  <a:latin typeface="Calibri"/>
                  <a:ea typeface="Calibri"/>
                  <a:cs typeface="Calibri"/>
                  <a:sym typeface="Calibri"/>
                </a:rPr>
                <a:t>– Mouse scroll, cursor positioning, </a:t>
              </a:r>
              <a:r>
                <a:rPr lang="en-IN" sz="2400" dirty="0" err="1">
                  <a:latin typeface="Calibri"/>
                  <a:ea typeface="Calibri"/>
                  <a:cs typeface="Calibri"/>
                  <a:sym typeface="Calibri"/>
                </a:rPr>
                <a:t>Ctrl+Arrows</a:t>
              </a:r>
              <a:r>
                <a:rPr lang="en-IN" sz="2400" dirty="0">
                  <a:latin typeface="Calibri"/>
                  <a:ea typeface="Calibri"/>
                  <a:cs typeface="Calibri"/>
                  <a:sym typeface="Calibri"/>
                </a:rPr>
                <a:t>, Usage of Find, Replace </a:t>
              </a:r>
              <a:endParaRPr sz="2400" dirty="0"/>
            </a:p>
          </p:txBody>
        </p:sp>
        <p:sp>
          <p:nvSpPr>
            <p:cNvPr id="559" name="Google Shape;559;p16"/>
            <p:cNvSpPr/>
            <p:nvPr/>
          </p:nvSpPr>
          <p:spPr>
            <a:xfrm>
              <a:off x="512640" y="4364640"/>
              <a:ext cx="8000280" cy="360"/>
            </a:xfrm>
            <a:custGeom>
              <a:avLst/>
              <a:gdLst/>
              <a:ahLst/>
              <a:cxnLst/>
              <a:rect l="l" t="t" r="r" b="b"/>
              <a:pathLst>
                <a:path w="21600" h="21600" extrusionOk="0">
                  <a:moveTo>
                    <a:pt x="0" y="0"/>
                  </a:moveTo>
                  <a:lnTo>
                    <a:pt x="21600" y="21600"/>
                  </a:lnTo>
                </a:path>
              </a:pathLst>
            </a:custGeom>
            <a:solidFill>
              <a:srgbClr val="4372C3"/>
            </a:solidFill>
            <a:ln w="12600" cap="flat" cmpd="sng">
              <a:solidFill>
                <a:srgbClr val="4372C3"/>
              </a:solidFill>
              <a:prstDash val="solid"/>
              <a:miter lim="8000"/>
              <a:headEnd type="none" w="sm" len="sm"/>
              <a:tailEnd type="none" w="sm" len="sm"/>
            </a:ln>
          </p:spPr>
        </p:sp>
        <p:sp>
          <p:nvSpPr>
            <p:cNvPr id="560" name="Google Shape;560;p16"/>
            <p:cNvSpPr/>
            <p:nvPr/>
          </p:nvSpPr>
          <p:spPr>
            <a:xfrm>
              <a:off x="512640" y="4364640"/>
              <a:ext cx="7992360" cy="1388160"/>
            </a:xfrm>
            <a:prstGeom prst="rect">
              <a:avLst/>
            </a:prstGeom>
            <a:noFill/>
            <a:ln>
              <a:noFill/>
            </a:ln>
          </p:spPr>
          <p:txBody>
            <a:bodyPr spcFirstLastPara="1" wrap="square" lIns="91425" tIns="91425" rIns="91425" bIns="91425" anchor="ctr" anchorCtr="0">
              <a:noAutofit/>
            </a:bodyPr>
            <a:lstStyle/>
            <a:p>
              <a:endParaRPr/>
            </a:p>
          </p:txBody>
        </p:sp>
        <p:sp>
          <p:nvSpPr>
            <p:cNvPr id="561" name="Google Shape;561;p16"/>
            <p:cNvSpPr/>
            <p:nvPr/>
          </p:nvSpPr>
          <p:spPr>
            <a:xfrm>
              <a:off x="512640" y="4364640"/>
              <a:ext cx="7992360" cy="1388160"/>
            </a:xfrm>
            <a:prstGeom prst="rect">
              <a:avLst/>
            </a:prstGeom>
            <a:noFill/>
            <a:ln>
              <a:noFill/>
            </a:ln>
          </p:spPr>
          <p:txBody>
            <a:bodyPr spcFirstLastPara="1" wrap="square" lIns="90000" tIns="91425" rIns="90000" bIns="91425" anchor="t" anchorCtr="0">
              <a:noAutofit/>
            </a:bodyPr>
            <a:lstStyle/>
            <a:p>
              <a:pPr>
                <a:lnSpc>
                  <a:spcPct val="90000"/>
                </a:lnSpc>
              </a:pPr>
              <a:r>
                <a:rPr lang="en-IN" sz="2400">
                  <a:solidFill>
                    <a:srgbClr val="2F5496"/>
                  </a:solidFill>
                  <a:latin typeface="Calibri"/>
                  <a:ea typeface="Calibri"/>
                  <a:cs typeface="Calibri"/>
                  <a:sym typeface="Calibri"/>
                </a:rPr>
                <a:t>Selecting text </a:t>
              </a:r>
              <a:r>
                <a:rPr lang="en-IN" sz="2400">
                  <a:latin typeface="Calibri"/>
                  <a:ea typeface="Calibri"/>
                  <a:cs typeface="Calibri"/>
                  <a:sym typeface="Calibri"/>
                </a:rPr>
                <a:t>– Click and drag, Shift+arrow &gt; letterwise, Shift+Ctrl+arrow&gt; wordwise, Ctrl+(words independently)</a:t>
              </a:r>
              <a:endParaRPr sz="2400"/>
            </a:p>
          </p:txBody>
        </p:sp>
        <p:sp>
          <p:nvSpPr>
            <p:cNvPr id="562" name="Google Shape;562;p16"/>
            <p:cNvSpPr/>
            <p:nvPr/>
          </p:nvSpPr>
          <p:spPr>
            <a:xfrm>
              <a:off x="512640" y="5755320"/>
              <a:ext cx="8000280" cy="360"/>
            </a:xfrm>
            <a:custGeom>
              <a:avLst/>
              <a:gdLst/>
              <a:ahLst/>
              <a:cxnLst/>
              <a:rect l="l" t="t" r="r" b="b"/>
              <a:pathLst>
                <a:path w="21600" h="21600" extrusionOk="0">
                  <a:moveTo>
                    <a:pt x="0" y="0"/>
                  </a:moveTo>
                  <a:lnTo>
                    <a:pt x="21600" y="21600"/>
                  </a:lnTo>
                </a:path>
              </a:pathLst>
            </a:custGeom>
            <a:solidFill>
              <a:srgbClr val="4372C3"/>
            </a:solidFill>
            <a:ln w="12600" cap="flat" cmpd="sng">
              <a:solidFill>
                <a:srgbClr val="4372C3"/>
              </a:solidFill>
              <a:prstDash val="solid"/>
              <a:miter lim="8000"/>
              <a:headEnd type="none" w="sm" len="sm"/>
              <a:tailEnd type="none" w="sm" len="sm"/>
            </a:ln>
          </p:spPr>
        </p:sp>
        <p:sp>
          <p:nvSpPr>
            <p:cNvPr id="563" name="Google Shape;563;p16"/>
            <p:cNvSpPr/>
            <p:nvPr/>
          </p:nvSpPr>
          <p:spPr>
            <a:xfrm>
              <a:off x="512640" y="5755320"/>
              <a:ext cx="8000280" cy="761400"/>
            </a:xfrm>
            <a:prstGeom prst="rect">
              <a:avLst/>
            </a:prstGeom>
            <a:noFill/>
            <a:ln>
              <a:noFill/>
            </a:ln>
          </p:spPr>
          <p:txBody>
            <a:bodyPr spcFirstLastPara="1" wrap="square" lIns="91425" tIns="91425" rIns="91425" bIns="91425" anchor="ctr" anchorCtr="0">
              <a:noAutofit/>
            </a:bodyPr>
            <a:lstStyle/>
            <a:p>
              <a:endParaRPr/>
            </a:p>
          </p:txBody>
        </p:sp>
        <p:sp>
          <p:nvSpPr>
            <p:cNvPr id="564" name="Google Shape;564;p16"/>
            <p:cNvSpPr/>
            <p:nvPr/>
          </p:nvSpPr>
          <p:spPr>
            <a:xfrm>
              <a:off x="512640" y="5755320"/>
              <a:ext cx="8000280" cy="761400"/>
            </a:xfrm>
            <a:prstGeom prst="rect">
              <a:avLst/>
            </a:prstGeom>
            <a:noFill/>
            <a:ln>
              <a:noFill/>
            </a:ln>
          </p:spPr>
          <p:txBody>
            <a:bodyPr spcFirstLastPara="1" wrap="square" lIns="90000" tIns="91425" rIns="90000" bIns="91425" anchor="t" anchorCtr="0">
              <a:noAutofit/>
            </a:bodyPr>
            <a:lstStyle/>
            <a:p>
              <a:pPr>
                <a:lnSpc>
                  <a:spcPct val="90000"/>
                </a:lnSpc>
              </a:pPr>
              <a:r>
                <a:rPr lang="en-IN" sz="2400">
                  <a:solidFill>
                    <a:srgbClr val="2F5496"/>
                  </a:solidFill>
                  <a:latin typeface="Calibri"/>
                  <a:ea typeface="Calibri"/>
                  <a:cs typeface="Calibri"/>
                  <a:sym typeface="Calibri"/>
                </a:rPr>
                <a:t>Cut </a:t>
              </a:r>
              <a:r>
                <a:rPr lang="en-IN" sz="2400">
                  <a:latin typeface="Calibri"/>
                  <a:ea typeface="Calibri"/>
                  <a:cs typeface="Calibri"/>
                  <a:sym typeface="Calibri"/>
                </a:rPr>
                <a:t>– Ctrl+X, </a:t>
              </a:r>
              <a:r>
                <a:rPr lang="en-IN" sz="2400">
                  <a:solidFill>
                    <a:srgbClr val="2F5496"/>
                  </a:solidFill>
                  <a:latin typeface="Calibri"/>
                  <a:ea typeface="Calibri"/>
                  <a:cs typeface="Calibri"/>
                  <a:sym typeface="Calibri"/>
                </a:rPr>
                <a:t>Copy </a:t>
              </a:r>
              <a:r>
                <a:rPr lang="en-IN" sz="2400">
                  <a:latin typeface="Calibri"/>
                  <a:ea typeface="Calibri"/>
                  <a:cs typeface="Calibri"/>
                  <a:sym typeface="Calibri"/>
                </a:rPr>
                <a:t>– Ctrl+C, </a:t>
              </a:r>
              <a:r>
                <a:rPr lang="en-IN" sz="2400">
                  <a:solidFill>
                    <a:srgbClr val="2F5496"/>
                  </a:solidFill>
                  <a:latin typeface="Calibri"/>
                  <a:ea typeface="Calibri"/>
                  <a:cs typeface="Calibri"/>
                  <a:sym typeface="Calibri"/>
                </a:rPr>
                <a:t>Paste text </a:t>
              </a:r>
              <a:r>
                <a:rPr lang="en-IN" sz="2400">
                  <a:latin typeface="Calibri"/>
                  <a:ea typeface="Calibri"/>
                  <a:cs typeface="Calibri"/>
                  <a:sym typeface="Calibri"/>
                </a:rPr>
                <a:t>– Ctrl+V, Clipboard Pane in Home Tab presents all copied data </a:t>
              </a:r>
              <a:endParaRPr sz="2400"/>
            </a:p>
          </p:txBody>
        </p:sp>
      </p:grpSp>
      <p:pic>
        <p:nvPicPr>
          <p:cNvPr id="565" name="Google Shape;565;p16"/>
          <p:cNvPicPr preferRelativeResize="0"/>
          <p:nvPr/>
        </p:nvPicPr>
        <p:blipFill rotWithShape="1">
          <a:blip r:embed="rId4">
            <a:alphaModFix/>
          </a:blip>
          <a:srcRect l="9273" t="30771" r="9093" b="34965"/>
          <a:stretch/>
        </p:blipFill>
        <p:spPr>
          <a:xfrm>
            <a:off x="0" y="9302"/>
            <a:ext cx="1948200" cy="612600"/>
          </a:xfrm>
          <a:prstGeom prst="roundRect">
            <a:avLst>
              <a:gd name="adj" fmla="val 8594"/>
            </a:avLst>
          </a:prstGeom>
          <a:solidFill>
            <a:srgbClr val="ECECEC"/>
          </a:solidFill>
          <a:ln>
            <a:noFill/>
          </a:ln>
          <a:effectLst>
            <a:reflection stA="38000" endPos="28000" dist="5000" dir="5400000" fadeDir="5400012" sy="-100000" algn="bl" rotWithShape="0"/>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pic>
        <p:nvPicPr>
          <p:cNvPr id="571" name="Google Shape;571;p17"/>
          <p:cNvPicPr preferRelativeResize="0"/>
          <p:nvPr/>
        </p:nvPicPr>
        <p:blipFill rotWithShape="1">
          <a:blip r:embed="rId3">
            <a:alphaModFix/>
          </a:blip>
          <a:srcRect l="23732" t="16973" r="14759" b="12401"/>
          <a:stretch/>
        </p:blipFill>
        <p:spPr>
          <a:xfrm>
            <a:off x="7811640" y="45000"/>
            <a:ext cx="1305720" cy="807840"/>
          </a:xfrm>
          <a:prstGeom prst="rect">
            <a:avLst/>
          </a:prstGeom>
          <a:noFill/>
          <a:ln>
            <a:noFill/>
          </a:ln>
        </p:spPr>
      </p:pic>
      <p:pic>
        <p:nvPicPr>
          <p:cNvPr id="572" name="Google Shape;572;p17"/>
          <p:cNvPicPr preferRelativeResize="0"/>
          <p:nvPr/>
        </p:nvPicPr>
        <p:blipFill rotWithShape="1">
          <a:blip r:embed="rId4">
            <a:alphaModFix/>
          </a:blip>
          <a:srcRect/>
          <a:stretch/>
        </p:blipFill>
        <p:spPr>
          <a:xfrm>
            <a:off x="813600" y="1185840"/>
            <a:ext cx="7665120" cy="5141160"/>
          </a:xfrm>
          <a:prstGeom prst="rect">
            <a:avLst/>
          </a:prstGeom>
          <a:noFill/>
          <a:ln>
            <a:noFill/>
          </a:ln>
        </p:spPr>
      </p:pic>
      <p:sp>
        <p:nvSpPr>
          <p:cNvPr id="573" name="Google Shape;573;p17"/>
          <p:cNvSpPr/>
          <p:nvPr/>
        </p:nvSpPr>
        <p:spPr>
          <a:xfrm>
            <a:off x="2852280" y="516960"/>
            <a:ext cx="3588120" cy="367878"/>
          </a:xfrm>
          <a:prstGeom prst="rect">
            <a:avLst/>
          </a:prstGeom>
          <a:noFill/>
          <a:ln>
            <a:noFill/>
          </a:ln>
        </p:spPr>
        <p:txBody>
          <a:bodyPr spcFirstLastPara="1" wrap="square" lIns="90000" tIns="45000" rIns="90000" bIns="45000" anchor="t" anchorCtr="0">
            <a:spAutoFit/>
          </a:bodyPr>
          <a:lstStyle/>
          <a:p>
            <a:r>
              <a:rPr lang="en-IN" sz="1800">
                <a:latin typeface="Calibri"/>
                <a:ea typeface="Calibri"/>
                <a:cs typeface="Calibri"/>
                <a:sym typeface="Calibri"/>
              </a:rPr>
              <a:t>Autofit &amp; Fitting text between slides</a:t>
            </a:r>
            <a:endParaRPr sz="1800"/>
          </a:p>
        </p:txBody>
      </p:sp>
      <p:sp>
        <p:nvSpPr>
          <p:cNvPr id="574" name="Google Shape;574;p17"/>
          <p:cNvSpPr/>
          <p:nvPr/>
        </p:nvSpPr>
        <p:spPr>
          <a:xfrm>
            <a:off x="2340360" y="4395960"/>
            <a:ext cx="1868400" cy="1409040"/>
          </a:xfrm>
          <a:prstGeom prst="rect">
            <a:avLst/>
          </a:prstGeom>
          <a:solidFill>
            <a:srgbClr val="E71224">
              <a:alpha val="4705"/>
            </a:srgbClr>
          </a:solidFill>
          <a:ln w="18000" cap="flat" cmpd="sng">
            <a:solidFill>
              <a:srgbClr val="E71224"/>
            </a:solidFill>
            <a:prstDash val="solid"/>
            <a:miter lim="8000"/>
            <a:headEnd type="none" w="sm" len="sm"/>
            <a:tailEnd type="none" w="sm" len="sm"/>
          </a:ln>
        </p:spPr>
        <p:txBody>
          <a:bodyPr spcFirstLastPara="1" wrap="square" lIns="90000" tIns="45000" rIns="90000" bIns="45000" anchor="ctr" anchorCtr="0">
            <a:noAutofit/>
          </a:bodyPr>
          <a:lstStyle/>
          <a:p>
            <a:pPr algn="r"/>
            <a:r>
              <a:rPr lang="en-IN" sz="1800" b="1">
                <a:latin typeface="Calibri"/>
                <a:ea typeface="Calibri"/>
                <a:cs typeface="Calibri"/>
                <a:sym typeface="Calibri"/>
              </a:rPr>
              <a:t>2</a:t>
            </a:r>
            <a:endParaRPr sz="1800"/>
          </a:p>
        </p:txBody>
      </p:sp>
      <p:sp>
        <p:nvSpPr>
          <p:cNvPr id="575" name="Google Shape;575;p17"/>
          <p:cNvSpPr/>
          <p:nvPr/>
        </p:nvSpPr>
        <p:spPr>
          <a:xfrm>
            <a:off x="2595600" y="5310000"/>
            <a:ext cx="717480" cy="717480"/>
          </a:xfrm>
          <a:prstGeom prst="rect">
            <a:avLst/>
          </a:prstGeom>
          <a:solidFill>
            <a:srgbClr val="E71224">
              <a:alpha val="4705"/>
            </a:srgbClr>
          </a:solidFill>
          <a:ln w="18000" cap="flat" cmpd="sng">
            <a:solidFill>
              <a:srgbClr val="E71224"/>
            </a:solidFill>
            <a:prstDash val="solid"/>
            <a:miter lim="8000"/>
            <a:headEnd type="none" w="sm" len="sm"/>
            <a:tailEnd type="none" w="sm" len="sm"/>
          </a:ln>
        </p:spPr>
        <p:txBody>
          <a:bodyPr spcFirstLastPara="1" wrap="square" lIns="90000" tIns="45000" rIns="90000" bIns="45000" anchor="ctr" anchorCtr="0">
            <a:noAutofit/>
          </a:bodyPr>
          <a:lstStyle/>
          <a:p>
            <a:r>
              <a:rPr lang="en-IN" sz="1800" b="1">
                <a:latin typeface="Calibri"/>
                <a:ea typeface="Calibri"/>
                <a:cs typeface="Calibri"/>
                <a:sym typeface="Calibri"/>
              </a:rPr>
              <a:t>1</a:t>
            </a:r>
            <a:endParaRPr sz="1800"/>
          </a:p>
        </p:txBody>
      </p:sp>
      <p:pic>
        <p:nvPicPr>
          <p:cNvPr id="576" name="Google Shape;576;p17"/>
          <p:cNvPicPr preferRelativeResize="0"/>
          <p:nvPr/>
        </p:nvPicPr>
        <p:blipFill rotWithShape="1">
          <a:blip r:embed="rId5">
            <a:alphaModFix/>
          </a:blip>
          <a:srcRect l="9273" t="30771" r="9093" b="34965"/>
          <a:stretch/>
        </p:blipFill>
        <p:spPr>
          <a:xfrm>
            <a:off x="0" y="9302"/>
            <a:ext cx="1948200" cy="612600"/>
          </a:xfrm>
          <a:prstGeom prst="roundRect">
            <a:avLst>
              <a:gd name="adj" fmla="val 8594"/>
            </a:avLst>
          </a:prstGeom>
          <a:solidFill>
            <a:srgbClr val="ECECEC"/>
          </a:solidFill>
          <a:ln>
            <a:noFill/>
          </a:ln>
          <a:effectLst>
            <a:reflection stA="38000" endPos="28000" dist="5000" dir="5400000" fadeDir="5400012" sy="-100000" algn="bl" rotWithShape="0"/>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80"/>
        <p:cNvGrpSpPr/>
        <p:nvPr/>
      </p:nvGrpSpPr>
      <p:grpSpPr>
        <a:xfrm>
          <a:off x="0" y="0"/>
          <a:ext cx="0" cy="0"/>
          <a:chOff x="0" y="0"/>
          <a:chExt cx="0" cy="0"/>
        </a:xfrm>
      </p:grpSpPr>
      <p:sp>
        <p:nvSpPr>
          <p:cNvPr id="581" name="Google Shape;581;p18"/>
          <p:cNvSpPr/>
          <p:nvPr/>
        </p:nvSpPr>
        <p:spPr>
          <a:xfrm>
            <a:off x="628560" y="365040"/>
            <a:ext cx="7884360" cy="795240"/>
          </a:xfrm>
          <a:prstGeom prst="rect">
            <a:avLst/>
          </a:prstGeom>
          <a:noFill/>
          <a:ln>
            <a:noFill/>
          </a:ln>
        </p:spPr>
        <p:txBody>
          <a:bodyPr spcFirstLastPara="1" wrap="square" lIns="90000" tIns="45000" rIns="90000" bIns="45000" anchor="ctr" anchorCtr="0">
            <a:normAutofit/>
          </a:bodyPr>
          <a:lstStyle/>
          <a:p>
            <a:pPr algn="ctr">
              <a:lnSpc>
                <a:spcPct val="90000"/>
              </a:lnSpc>
            </a:pPr>
            <a:r>
              <a:rPr lang="en-IN" sz="3300">
                <a:solidFill>
                  <a:srgbClr val="2F5496"/>
                </a:solidFill>
                <a:latin typeface="Libre Baskerville"/>
                <a:ea typeface="Libre Baskerville"/>
                <a:cs typeface="Libre Baskerville"/>
                <a:sym typeface="Libre Baskerville"/>
              </a:rPr>
              <a:t>Adding Graphical Elements</a:t>
            </a:r>
            <a:endParaRPr sz="3300"/>
          </a:p>
        </p:txBody>
      </p:sp>
      <p:pic>
        <p:nvPicPr>
          <p:cNvPr id="582" name="Google Shape;582;p18"/>
          <p:cNvPicPr preferRelativeResize="0"/>
          <p:nvPr/>
        </p:nvPicPr>
        <p:blipFill rotWithShape="1">
          <a:blip r:embed="rId3">
            <a:alphaModFix/>
          </a:blip>
          <a:srcRect l="23732" t="16973" r="14759" b="12401"/>
          <a:stretch/>
        </p:blipFill>
        <p:spPr>
          <a:xfrm>
            <a:off x="7811640" y="45000"/>
            <a:ext cx="1305720" cy="807840"/>
          </a:xfrm>
          <a:prstGeom prst="rect">
            <a:avLst/>
          </a:prstGeom>
          <a:noFill/>
          <a:ln>
            <a:noFill/>
          </a:ln>
        </p:spPr>
      </p:pic>
      <p:pic>
        <p:nvPicPr>
          <p:cNvPr id="583" name="Google Shape;583;p18"/>
          <p:cNvPicPr preferRelativeResize="0"/>
          <p:nvPr/>
        </p:nvPicPr>
        <p:blipFill rotWithShape="1">
          <a:blip r:embed="rId4">
            <a:alphaModFix/>
          </a:blip>
          <a:srcRect l="31870" t="20490" r="9864" b="11437"/>
          <a:stretch/>
        </p:blipFill>
        <p:spPr>
          <a:xfrm>
            <a:off x="1004760" y="2130480"/>
            <a:ext cx="7312680" cy="4359600"/>
          </a:xfrm>
          <a:prstGeom prst="rect">
            <a:avLst/>
          </a:prstGeom>
          <a:noFill/>
          <a:ln>
            <a:noFill/>
          </a:ln>
        </p:spPr>
      </p:pic>
      <p:sp>
        <p:nvSpPr>
          <p:cNvPr id="584" name="Google Shape;584;p18"/>
          <p:cNvSpPr/>
          <p:nvPr/>
        </p:nvSpPr>
        <p:spPr>
          <a:xfrm>
            <a:off x="3852360" y="4311720"/>
            <a:ext cx="1617480" cy="897480"/>
          </a:xfrm>
          <a:prstGeom prst="rect">
            <a:avLst/>
          </a:prstGeom>
          <a:solidFill>
            <a:srgbClr val="E71224">
              <a:alpha val="4705"/>
            </a:srgbClr>
          </a:solidFill>
          <a:ln w="18000" cap="flat" cmpd="sng">
            <a:solidFill>
              <a:srgbClr val="E71224"/>
            </a:solidFill>
            <a:prstDash val="solid"/>
            <a:miter lim="8000"/>
            <a:headEnd type="none" w="sm" len="sm"/>
            <a:tailEnd type="none" w="sm" len="sm"/>
          </a:ln>
        </p:spPr>
        <p:txBody>
          <a:bodyPr spcFirstLastPara="1" wrap="square" lIns="91425" tIns="91425" rIns="91425" bIns="91425" anchor="ctr" anchorCtr="0">
            <a:noAutofit/>
          </a:bodyPr>
          <a:lstStyle/>
          <a:p>
            <a:endParaRPr/>
          </a:p>
        </p:txBody>
      </p:sp>
      <p:sp>
        <p:nvSpPr>
          <p:cNvPr id="585" name="Google Shape;585;p18"/>
          <p:cNvSpPr/>
          <p:nvPr/>
        </p:nvSpPr>
        <p:spPr>
          <a:xfrm>
            <a:off x="1947600" y="3171240"/>
            <a:ext cx="1077480" cy="537480"/>
          </a:xfrm>
          <a:prstGeom prst="rect">
            <a:avLst/>
          </a:prstGeom>
          <a:solidFill>
            <a:srgbClr val="000000">
              <a:alpha val="4705"/>
            </a:srgbClr>
          </a:solidFill>
          <a:ln w="18000" cap="flat" cmpd="sng">
            <a:solidFill>
              <a:srgbClr val="000000"/>
            </a:solidFill>
            <a:prstDash val="solid"/>
            <a:miter lim="8000"/>
            <a:headEnd type="none" w="sm" len="sm"/>
            <a:tailEnd type="none" w="sm" len="sm"/>
          </a:ln>
        </p:spPr>
        <p:txBody>
          <a:bodyPr spcFirstLastPara="1" wrap="square" lIns="90000" tIns="45000" rIns="90000" bIns="45000" anchor="ctr" anchorCtr="0">
            <a:noAutofit/>
          </a:bodyPr>
          <a:lstStyle/>
          <a:p>
            <a:pPr algn="ctr"/>
            <a:r>
              <a:rPr lang="en-IN" sz="1800">
                <a:latin typeface="Calibri"/>
                <a:ea typeface="Calibri"/>
                <a:cs typeface="Calibri"/>
                <a:sym typeface="Calibri"/>
              </a:rPr>
              <a:t>Insert Tables</a:t>
            </a:r>
            <a:endParaRPr sz="1800"/>
          </a:p>
        </p:txBody>
      </p:sp>
      <p:sp>
        <p:nvSpPr>
          <p:cNvPr id="586" name="Google Shape;586;p18"/>
          <p:cNvSpPr/>
          <p:nvPr/>
        </p:nvSpPr>
        <p:spPr>
          <a:xfrm>
            <a:off x="3538800" y="3171240"/>
            <a:ext cx="897480" cy="537480"/>
          </a:xfrm>
          <a:prstGeom prst="rect">
            <a:avLst/>
          </a:prstGeom>
          <a:solidFill>
            <a:srgbClr val="000000">
              <a:alpha val="4705"/>
            </a:srgbClr>
          </a:solidFill>
          <a:ln w="18000" cap="flat" cmpd="sng">
            <a:solidFill>
              <a:srgbClr val="000000"/>
            </a:solidFill>
            <a:prstDash val="solid"/>
            <a:miter lim="8000"/>
            <a:headEnd type="none" w="sm" len="sm"/>
            <a:tailEnd type="none" w="sm" len="sm"/>
          </a:ln>
        </p:spPr>
        <p:txBody>
          <a:bodyPr spcFirstLastPara="1" wrap="square" lIns="90000" tIns="45000" rIns="90000" bIns="45000" anchor="ctr" anchorCtr="0">
            <a:noAutofit/>
          </a:bodyPr>
          <a:lstStyle/>
          <a:p>
            <a:pPr algn="ctr"/>
            <a:r>
              <a:rPr lang="en-IN" sz="1800">
                <a:latin typeface="Calibri"/>
                <a:ea typeface="Calibri"/>
                <a:cs typeface="Calibri"/>
                <a:sym typeface="Calibri"/>
              </a:rPr>
              <a:t>Insert Charts</a:t>
            </a:r>
            <a:endParaRPr sz="1800"/>
          </a:p>
        </p:txBody>
      </p:sp>
      <p:sp>
        <p:nvSpPr>
          <p:cNvPr id="587" name="Google Shape;587;p18"/>
          <p:cNvSpPr/>
          <p:nvPr/>
        </p:nvSpPr>
        <p:spPr>
          <a:xfrm>
            <a:off x="5027040" y="3030480"/>
            <a:ext cx="1077480" cy="897480"/>
          </a:xfrm>
          <a:prstGeom prst="rect">
            <a:avLst/>
          </a:prstGeom>
          <a:solidFill>
            <a:srgbClr val="000000">
              <a:alpha val="4705"/>
            </a:srgbClr>
          </a:solidFill>
          <a:ln w="18000" cap="flat" cmpd="sng">
            <a:solidFill>
              <a:srgbClr val="000000"/>
            </a:solidFill>
            <a:prstDash val="solid"/>
            <a:miter lim="8000"/>
            <a:headEnd type="none" w="sm" len="sm"/>
            <a:tailEnd type="none" w="sm" len="sm"/>
          </a:ln>
        </p:spPr>
        <p:txBody>
          <a:bodyPr spcFirstLastPara="1" wrap="square" lIns="90000" tIns="45000" rIns="90000" bIns="45000" anchor="ctr" anchorCtr="0">
            <a:noAutofit/>
          </a:bodyPr>
          <a:lstStyle/>
          <a:p>
            <a:pPr algn="ctr"/>
            <a:r>
              <a:rPr lang="en-IN" sz="1800">
                <a:latin typeface="Calibri"/>
                <a:ea typeface="Calibri"/>
                <a:cs typeface="Calibri"/>
                <a:sym typeface="Calibri"/>
              </a:rPr>
              <a:t>Insert SmartArt Graphics</a:t>
            </a:r>
            <a:endParaRPr sz="1800"/>
          </a:p>
        </p:txBody>
      </p:sp>
      <p:sp>
        <p:nvSpPr>
          <p:cNvPr id="588" name="Google Shape;588;p18"/>
          <p:cNvSpPr/>
          <p:nvPr/>
        </p:nvSpPr>
        <p:spPr>
          <a:xfrm>
            <a:off x="6509520" y="3180960"/>
            <a:ext cx="1077480" cy="527760"/>
          </a:xfrm>
          <a:prstGeom prst="rect">
            <a:avLst/>
          </a:prstGeom>
          <a:solidFill>
            <a:srgbClr val="000000">
              <a:alpha val="4705"/>
            </a:srgbClr>
          </a:solidFill>
          <a:ln w="18000" cap="flat" cmpd="sng">
            <a:solidFill>
              <a:srgbClr val="000000"/>
            </a:solidFill>
            <a:prstDash val="solid"/>
            <a:miter lim="8000"/>
            <a:headEnd type="none" w="sm" len="sm"/>
            <a:tailEnd type="none" w="sm" len="sm"/>
          </a:ln>
        </p:spPr>
        <p:txBody>
          <a:bodyPr spcFirstLastPara="1" wrap="square" lIns="90000" tIns="45000" rIns="90000" bIns="45000" anchor="ctr" anchorCtr="0">
            <a:noAutofit/>
          </a:bodyPr>
          <a:lstStyle/>
          <a:p>
            <a:pPr algn="ctr"/>
            <a:r>
              <a:rPr lang="en-IN" sz="1800">
                <a:latin typeface="Calibri"/>
                <a:ea typeface="Calibri"/>
                <a:cs typeface="Calibri"/>
                <a:sym typeface="Calibri"/>
              </a:rPr>
              <a:t>3D Models</a:t>
            </a:r>
            <a:endParaRPr sz="1800"/>
          </a:p>
        </p:txBody>
      </p:sp>
      <p:sp>
        <p:nvSpPr>
          <p:cNvPr id="589" name="Google Shape;589;p18"/>
          <p:cNvSpPr/>
          <p:nvPr/>
        </p:nvSpPr>
        <p:spPr>
          <a:xfrm>
            <a:off x="1767600" y="5520240"/>
            <a:ext cx="1257480" cy="537480"/>
          </a:xfrm>
          <a:prstGeom prst="rect">
            <a:avLst/>
          </a:prstGeom>
          <a:solidFill>
            <a:srgbClr val="000000">
              <a:alpha val="4705"/>
            </a:srgbClr>
          </a:solidFill>
          <a:ln w="18000" cap="flat" cmpd="sng">
            <a:solidFill>
              <a:srgbClr val="000000"/>
            </a:solidFill>
            <a:prstDash val="solid"/>
            <a:miter lim="8000"/>
            <a:headEnd type="none" w="sm" len="sm"/>
            <a:tailEnd type="none" w="sm" len="sm"/>
          </a:ln>
        </p:spPr>
        <p:txBody>
          <a:bodyPr spcFirstLastPara="1" wrap="square" lIns="90000" tIns="45000" rIns="90000" bIns="45000" anchor="ctr" anchorCtr="0">
            <a:noAutofit/>
          </a:bodyPr>
          <a:lstStyle/>
          <a:p>
            <a:pPr algn="ctr"/>
            <a:r>
              <a:rPr lang="en-IN" sz="1800">
                <a:latin typeface="Calibri"/>
                <a:ea typeface="Calibri"/>
                <a:cs typeface="Calibri"/>
                <a:sym typeface="Calibri"/>
              </a:rPr>
              <a:t>Pictures</a:t>
            </a:r>
            <a:endParaRPr sz="1800"/>
          </a:p>
        </p:txBody>
      </p:sp>
      <p:sp>
        <p:nvSpPr>
          <p:cNvPr id="590" name="Google Shape;590;p18"/>
          <p:cNvSpPr/>
          <p:nvPr/>
        </p:nvSpPr>
        <p:spPr>
          <a:xfrm>
            <a:off x="3402360" y="5520240"/>
            <a:ext cx="1257480" cy="537480"/>
          </a:xfrm>
          <a:prstGeom prst="rect">
            <a:avLst/>
          </a:prstGeom>
          <a:solidFill>
            <a:srgbClr val="000000">
              <a:alpha val="4705"/>
            </a:srgbClr>
          </a:solidFill>
          <a:ln w="18000" cap="flat" cmpd="sng">
            <a:solidFill>
              <a:srgbClr val="000000"/>
            </a:solidFill>
            <a:prstDash val="solid"/>
            <a:miter lim="8000"/>
            <a:headEnd type="none" w="sm" len="sm"/>
            <a:tailEnd type="none" w="sm" len="sm"/>
          </a:ln>
        </p:spPr>
        <p:txBody>
          <a:bodyPr spcFirstLastPara="1" wrap="square" lIns="90000" tIns="45000" rIns="90000" bIns="45000" anchor="ctr" anchorCtr="0">
            <a:noAutofit/>
          </a:bodyPr>
          <a:lstStyle/>
          <a:p>
            <a:pPr algn="ctr"/>
            <a:r>
              <a:rPr lang="en-IN" sz="1800">
                <a:latin typeface="Calibri"/>
                <a:ea typeface="Calibri"/>
                <a:cs typeface="Calibri"/>
                <a:sym typeface="Calibri"/>
              </a:rPr>
              <a:t>Online Pictures</a:t>
            </a:r>
            <a:endParaRPr sz="1800"/>
          </a:p>
        </p:txBody>
      </p:sp>
      <p:sp>
        <p:nvSpPr>
          <p:cNvPr id="591" name="Google Shape;591;p18"/>
          <p:cNvSpPr/>
          <p:nvPr/>
        </p:nvSpPr>
        <p:spPr>
          <a:xfrm>
            <a:off x="5045760" y="5520240"/>
            <a:ext cx="1257480" cy="537480"/>
          </a:xfrm>
          <a:prstGeom prst="rect">
            <a:avLst/>
          </a:prstGeom>
          <a:solidFill>
            <a:srgbClr val="000000">
              <a:alpha val="4705"/>
            </a:srgbClr>
          </a:solidFill>
          <a:ln w="18000" cap="flat" cmpd="sng">
            <a:solidFill>
              <a:srgbClr val="000000"/>
            </a:solidFill>
            <a:prstDash val="solid"/>
            <a:miter lim="8000"/>
            <a:headEnd type="none" w="sm" len="sm"/>
            <a:tailEnd type="none" w="sm" len="sm"/>
          </a:ln>
        </p:spPr>
        <p:txBody>
          <a:bodyPr spcFirstLastPara="1" wrap="square" lIns="90000" tIns="45000" rIns="90000" bIns="45000" anchor="ctr" anchorCtr="0">
            <a:noAutofit/>
          </a:bodyPr>
          <a:lstStyle/>
          <a:p>
            <a:pPr algn="ctr"/>
            <a:r>
              <a:rPr lang="en-IN" sz="1800">
                <a:latin typeface="Calibri"/>
                <a:ea typeface="Calibri"/>
                <a:cs typeface="Calibri"/>
                <a:sym typeface="Calibri"/>
              </a:rPr>
              <a:t>Videos</a:t>
            </a:r>
            <a:endParaRPr sz="1800"/>
          </a:p>
        </p:txBody>
      </p:sp>
      <p:sp>
        <p:nvSpPr>
          <p:cNvPr id="592" name="Google Shape;592;p18"/>
          <p:cNvSpPr/>
          <p:nvPr/>
        </p:nvSpPr>
        <p:spPr>
          <a:xfrm>
            <a:off x="6731640" y="5520240"/>
            <a:ext cx="1077480" cy="537480"/>
          </a:xfrm>
          <a:prstGeom prst="rect">
            <a:avLst/>
          </a:prstGeom>
          <a:solidFill>
            <a:srgbClr val="000000">
              <a:alpha val="4705"/>
            </a:srgbClr>
          </a:solidFill>
          <a:ln w="18000" cap="flat" cmpd="sng">
            <a:solidFill>
              <a:srgbClr val="000000"/>
            </a:solidFill>
            <a:prstDash val="solid"/>
            <a:miter lim="8000"/>
            <a:headEnd type="none" w="sm" len="sm"/>
            <a:tailEnd type="none" w="sm" len="sm"/>
          </a:ln>
        </p:spPr>
        <p:txBody>
          <a:bodyPr spcFirstLastPara="1" wrap="square" lIns="90000" tIns="45000" rIns="90000" bIns="45000" anchor="ctr" anchorCtr="0">
            <a:noAutofit/>
          </a:bodyPr>
          <a:lstStyle/>
          <a:p>
            <a:pPr algn="ctr"/>
            <a:r>
              <a:rPr lang="en-IN" sz="1800">
                <a:latin typeface="Calibri"/>
                <a:ea typeface="Calibri"/>
                <a:cs typeface="Calibri"/>
                <a:sym typeface="Calibri"/>
              </a:rPr>
              <a:t> Icons</a:t>
            </a:r>
            <a:endParaRPr sz="1800"/>
          </a:p>
        </p:txBody>
      </p:sp>
      <p:sp>
        <p:nvSpPr>
          <p:cNvPr id="593" name="Google Shape;593;p18"/>
          <p:cNvSpPr/>
          <p:nvPr/>
        </p:nvSpPr>
        <p:spPr>
          <a:xfrm>
            <a:off x="2534760" y="1337760"/>
            <a:ext cx="4638960" cy="367878"/>
          </a:xfrm>
          <a:prstGeom prst="rect">
            <a:avLst/>
          </a:prstGeom>
          <a:noFill/>
          <a:ln>
            <a:noFill/>
          </a:ln>
        </p:spPr>
        <p:txBody>
          <a:bodyPr spcFirstLastPara="1" wrap="square" lIns="90000" tIns="45000" rIns="90000" bIns="45000" anchor="t" anchorCtr="0">
            <a:spAutoFit/>
          </a:bodyPr>
          <a:lstStyle/>
          <a:p>
            <a:r>
              <a:rPr lang="en-IN" sz="1800">
                <a:latin typeface="Calibri"/>
                <a:ea typeface="Calibri"/>
                <a:cs typeface="Calibri"/>
                <a:sym typeface="Calibri"/>
              </a:rPr>
              <a:t>Insert options on the content layout of slide </a:t>
            </a:r>
            <a:endParaRPr sz="1800"/>
          </a:p>
        </p:txBody>
      </p:sp>
      <p:pic>
        <p:nvPicPr>
          <p:cNvPr id="594" name="Google Shape;594;p18"/>
          <p:cNvPicPr preferRelativeResize="0"/>
          <p:nvPr/>
        </p:nvPicPr>
        <p:blipFill rotWithShape="1">
          <a:blip r:embed="rId5">
            <a:alphaModFix/>
          </a:blip>
          <a:srcRect l="9273" t="30771" r="9093" b="34965"/>
          <a:stretch/>
        </p:blipFill>
        <p:spPr>
          <a:xfrm>
            <a:off x="0" y="9302"/>
            <a:ext cx="1948200" cy="612600"/>
          </a:xfrm>
          <a:prstGeom prst="roundRect">
            <a:avLst>
              <a:gd name="adj" fmla="val 8594"/>
            </a:avLst>
          </a:prstGeom>
          <a:solidFill>
            <a:srgbClr val="ECECEC"/>
          </a:solidFill>
          <a:ln>
            <a:noFill/>
          </a:ln>
          <a:effectLst>
            <a:reflection stA="38000" endPos="28000" dist="5000" dir="5400000" fadeDir="5400012" sy="-100000" algn="bl" rotWithShape="0"/>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pic>
        <p:nvPicPr>
          <p:cNvPr id="600" name="Google Shape;600;p19"/>
          <p:cNvPicPr preferRelativeResize="0"/>
          <p:nvPr/>
        </p:nvPicPr>
        <p:blipFill rotWithShape="1">
          <a:blip r:embed="rId3">
            <a:alphaModFix/>
          </a:blip>
          <a:srcRect/>
          <a:stretch/>
        </p:blipFill>
        <p:spPr>
          <a:xfrm>
            <a:off x="513360" y="1026360"/>
            <a:ext cx="3496320" cy="2184480"/>
          </a:xfrm>
          <a:prstGeom prst="rect">
            <a:avLst/>
          </a:prstGeom>
          <a:noFill/>
          <a:ln>
            <a:noFill/>
          </a:ln>
        </p:spPr>
      </p:pic>
      <p:pic>
        <p:nvPicPr>
          <p:cNvPr id="601" name="Google Shape;601;p19"/>
          <p:cNvPicPr preferRelativeResize="0"/>
          <p:nvPr/>
        </p:nvPicPr>
        <p:blipFill rotWithShape="1">
          <a:blip r:embed="rId4">
            <a:alphaModFix/>
          </a:blip>
          <a:srcRect l="23732" t="16973" r="14759" b="12401"/>
          <a:stretch/>
        </p:blipFill>
        <p:spPr>
          <a:xfrm>
            <a:off x="7811640" y="45000"/>
            <a:ext cx="1305720" cy="807840"/>
          </a:xfrm>
          <a:prstGeom prst="rect">
            <a:avLst/>
          </a:prstGeom>
          <a:noFill/>
          <a:ln>
            <a:noFill/>
          </a:ln>
        </p:spPr>
      </p:pic>
      <p:pic>
        <p:nvPicPr>
          <p:cNvPr id="602" name="Google Shape;602;p19"/>
          <p:cNvPicPr preferRelativeResize="0"/>
          <p:nvPr/>
        </p:nvPicPr>
        <p:blipFill rotWithShape="1">
          <a:blip r:embed="rId5">
            <a:alphaModFix/>
          </a:blip>
          <a:srcRect r="75876" b="73438"/>
          <a:stretch/>
        </p:blipFill>
        <p:spPr>
          <a:xfrm>
            <a:off x="4964040" y="993600"/>
            <a:ext cx="3375000" cy="2184480"/>
          </a:xfrm>
          <a:prstGeom prst="rect">
            <a:avLst/>
          </a:prstGeom>
          <a:noFill/>
          <a:ln>
            <a:noFill/>
          </a:ln>
        </p:spPr>
      </p:pic>
      <p:pic>
        <p:nvPicPr>
          <p:cNvPr id="603" name="Google Shape;603;p19"/>
          <p:cNvPicPr preferRelativeResize="0"/>
          <p:nvPr/>
        </p:nvPicPr>
        <p:blipFill rotWithShape="1">
          <a:blip r:embed="rId6">
            <a:alphaModFix/>
          </a:blip>
          <a:srcRect l="61699" t="26674" b="19052"/>
          <a:stretch/>
        </p:blipFill>
        <p:spPr>
          <a:xfrm>
            <a:off x="2593800" y="3807000"/>
            <a:ext cx="3496320" cy="2787480"/>
          </a:xfrm>
          <a:prstGeom prst="rect">
            <a:avLst/>
          </a:prstGeom>
          <a:noFill/>
          <a:ln>
            <a:noFill/>
          </a:ln>
        </p:spPr>
      </p:pic>
      <p:sp>
        <p:nvSpPr>
          <p:cNvPr id="604" name="Google Shape;604;p19"/>
          <p:cNvSpPr/>
          <p:nvPr/>
        </p:nvSpPr>
        <p:spPr>
          <a:xfrm>
            <a:off x="3354480" y="387000"/>
            <a:ext cx="2973960" cy="367878"/>
          </a:xfrm>
          <a:prstGeom prst="rect">
            <a:avLst/>
          </a:prstGeom>
          <a:noFill/>
          <a:ln>
            <a:noFill/>
          </a:ln>
        </p:spPr>
        <p:txBody>
          <a:bodyPr spcFirstLastPara="1" wrap="square" lIns="90000" tIns="45000" rIns="90000" bIns="45000" anchor="t" anchorCtr="0">
            <a:spAutoFit/>
          </a:bodyPr>
          <a:lstStyle/>
          <a:p>
            <a:pPr algn="ctr"/>
            <a:r>
              <a:rPr lang="en-IN" sz="1800">
                <a:latin typeface="Calibri"/>
                <a:ea typeface="Calibri"/>
                <a:cs typeface="Calibri"/>
                <a:sym typeface="Calibri"/>
              </a:rPr>
              <a:t>Inserting Images</a:t>
            </a:r>
            <a:endParaRPr sz="1800"/>
          </a:p>
        </p:txBody>
      </p:sp>
      <p:sp>
        <p:nvSpPr>
          <p:cNvPr id="605" name="Google Shape;605;p19"/>
          <p:cNvSpPr/>
          <p:nvPr/>
        </p:nvSpPr>
        <p:spPr>
          <a:xfrm>
            <a:off x="6053400" y="2833560"/>
            <a:ext cx="1257480" cy="177480"/>
          </a:xfrm>
          <a:prstGeom prst="trapezoid">
            <a:avLst>
              <a:gd name="adj" fmla="val 31297"/>
            </a:avLst>
          </a:prstGeom>
          <a:solidFill>
            <a:srgbClr val="E71224">
              <a:alpha val="4705"/>
            </a:srgbClr>
          </a:solidFill>
          <a:ln w="18000" cap="flat" cmpd="sng">
            <a:solidFill>
              <a:srgbClr val="E71224"/>
            </a:solidFill>
            <a:prstDash val="solid"/>
            <a:miter lim="8000"/>
            <a:headEnd type="none" w="sm" len="sm"/>
            <a:tailEnd type="none" w="sm" len="sm"/>
          </a:ln>
        </p:spPr>
        <p:txBody>
          <a:bodyPr spcFirstLastPara="1" wrap="square" lIns="91425" tIns="91425" rIns="91425" bIns="91425" anchor="ctr" anchorCtr="0">
            <a:noAutofit/>
          </a:bodyPr>
          <a:lstStyle/>
          <a:p>
            <a:endParaRPr/>
          </a:p>
        </p:txBody>
      </p:sp>
      <p:sp>
        <p:nvSpPr>
          <p:cNvPr id="606" name="Google Shape;606;p19"/>
          <p:cNvSpPr/>
          <p:nvPr/>
        </p:nvSpPr>
        <p:spPr>
          <a:xfrm>
            <a:off x="5877360" y="1299960"/>
            <a:ext cx="1257480" cy="1257480"/>
          </a:xfrm>
          <a:prstGeom prst="rect">
            <a:avLst/>
          </a:prstGeom>
          <a:solidFill>
            <a:srgbClr val="000000">
              <a:alpha val="4705"/>
            </a:srgbClr>
          </a:solidFill>
          <a:ln w="18000" cap="flat" cmpd="sng">
            <a:solidFill>
              <a:srgbClr val="000000"/>
            </a:solidFill>
            <a:prstDash val="solid"/>
            <a:miter lim="8000"/>
            <a:headEnd type="none" w="sm" len="sm"/>
            <a:tailEnd type="none" w="sm" len="sm"/>
          </a:ln>
        </p:spPr>
        <p:txBody>
          <a:bodyPr spcFirstLastPara="1" wrap="square" lIns="91425" tIns="91425" rIns="91425" bIns="91425" anchor="ctr" anchorCtr="0">
            <a:noAutofit/>
          </a:bodyPr>
          <a:lstStyle/>
          <a:p>
            <a:endParaRPr/>
          </a:p>
        </p:txBody>
      </p:sp>
      <p:sp>
        <p:nvSpPr>
          <p:cNvPr id="607" name="Google Shape;607;p19"/>
          <p:cNvSpPr/>
          <p:nvPr/>
        </p:nvSpPr>
        <p:spPr>
          <a:xfrm>
            <a:off x="2804040" y="4740840"/>
            <a:ext cx="2157480" cy="1617480"/>
          </a:xfrm>
          <a:prstGeom prst="rect">
            <a:avLst/>
          </a:prstGeom>
          <a:solidFill>
            <a:srgbClr val="000000">
              <a:alpha val="4705"/>
            </a:srgbClr>
          </a:solidFill>
          <a:ln w="18000" cap="flat" cmpd="sng">
            <a:solidFill>
              <a:srgbClr val="000000"/>
            </a:solidFill>
            <a:prstDash val="solid"/>
            <a:miter lim="8000"/>
            <a:headEnd type="none" w="sm" len="sm"/>
            <a:tailEnd type="none" w="sm" len="sm"/>
          </a:ln>
        </p:spPr>
        <p:txBody>
          <a:bodyPr spcFirstLastPara="1" wrap="square" lIns="91425" tIns="91425" rIns="91425" bIns="91425" anchor="ctr" anchorCtr="0">
            <a:noAutofit/>
          </a:bodyPr>
          <a:lstStyle/>
          <a:p>
            <a:endParaRPr/>
          </a:p>
        </p:txBody>
      </p:sp>
      <p:sp>
        <p:nvSpPr>
          <p:cNvPr id="608" name="Google Shape;608;p19"/>
          <p:cNvSpPr/>
          <p:nvPr/>
        </p:nvSpPr>
        <p:spPr>
          <a:xfrm flipH="1">
            <a:off x="7178400" y="3318840"/>
            <a:ext cx="1013760" cy="367878"/>
          </a:xfrm>
          <a:prstGeom prst="rect">
            <a:avLst/>
          </a:prstGeom>
          <a:noFill/>
          <a:ln>
            <a:noFill/>
          </a:ln>
        </p:spPr>
        <p:txBody>
          <a:bodyPr spcFirstLastPara="1" wrap="square" lIns="90000" tIns="45000" rIns="90000" bIns="45000" anchor="t" anchorCtr="0">
            <a:spAutoFit/>
          </a:bodyPr>
          <a:lstStyle/>
          <a:p>
            <a:pPr algn="ctr"/>
            <a:r>
              <a:rPr lang="en-IN" sz="1800">
                <a:solidFill>
                  <a:srgbClr val="FF0000"/>
                </a:solidFill>
                <a:latin typeface="Calibri"/>
                <a:ea typeface="Calibri"/>
                <a:cs typeface="Calibri"/>
                <a:sym typeface="Calibri"/>
              </a:rPr>
              <a:t>1</a:t>
            </a:r>
            <a:endParaRPr sz="1800"/>
          </a:p>
        </p:txBody>
      </p:sp>
      <p:sp>
        <p:nvSpPr>
          <p:cNvPr id="609" name="Google Shape;609;p19"/>
          <p:cNvSpPr/>
          <p:nvPr/>
        </p:nvSpPr>
        <p:spPr>
          <a:xfrm flipH="1">
            <a:off x="3979080" y="3873960"/>
            <a:ext cx="1013760" cy="367878"/>
          </a:xfrm>
          <a:prstGeom prst="rect">
            <a:avLst/>
          </a:prstGeom>
          <a:noFill/>
          <a:ln>
            <a:noFill/>
          </a:ln>
        </p:spPr>
        <p:txBody>
          <a:bodyPr spcFirstLastPara="1" wrap="square" lIns="90000" tIns="45000" rIns="90000" bIns="45000" anchor="t" anchorCtr="0">
            <a:spAutoFit/>
          </a:bodyPr>
          <a:lstStyle/>
          <a:p>
            <a:pPr algn="ctr"/>
            <a:r>
              <a:rPr lang="en-IN" sz="1800">
                <a:solidFill>
                  <a:srgbClr val="FF0000"/>
                </a:solidFill>
                <a:latin typeface="Calibri"/>
                <a:ea typeface="Calibri"/>
                <a:cs typeface="Calibri"/>
                <a:sym typeface="Calibri"/>
              </a:rPr>
              <a:t>2</a:t>
            </a:r>
            <a:endParaRPr sz="1800"/>
          </a:p>
        </p:txBody>
      </p:sp>
      <p:sp>
        <p:nvSpPr>
          <p:cNvPr id="610" name="Google Shape;610;p19"/>
          <p:cNvSpPr/>
          <p:nvPr/>
        </p:nvSpPr>
        <p:spPr>
          <a:xfrm flipH="1">
            <a:off x="1040400" y="3483360"/>
            <a:ext cx="1013760" cy="367878"/>
          </a:xfrm>
          <a:prstGeom prst="rect">
            <a:avLst/>
          </a:prstGeom>
          <a:noFill/>
          <a:ln>
            <a:noFill/>
          </a:ln>
        </p:spPr>
        <p:txBody>
          <a:bodyPr spcFirstLastPara="1" wrap="square" lIns="90000" tIns="45000" rIns="90000" bIns="45000" anchor="t" anchorCtr="0">
            <a:spAutoFit/>
          </a:bodyPr>
          <a:lstStyle/>
          <a:p>
            <a:pPr algn="ctr"/>
            <a:r>
              <a:rPr lang="en-IN" sz="1800">
                <a:solidFill>
                  <a:srgbClr val="FF0000"/>
                </a:solidFill>
                <a:latin typeface="Calibri"/>
                <a:ea typeface="Calibri"/>
                <a:cs typeface="Calibri"/>
                <a:sym typeface="Calibri"/>
              </a:rPr>
              <a:t>3</a:t>
            </a:r>
            <a:endParaRPr sz="1800"/>
          </a:p>
        </p:txBody>
      </p:sp>
      <p:pic>
        <p:nvPicPr>
          <p:cNvPr id="611" name="Google Shape;611;p19"/>
          <p:cNvPicPr preferRelativeResize="0"/>
          <p:nvPr/>
        </p:nvPicPr>
        <p:blipFill rotWithShape="1">
          <a:blip r:embed="rId7">
            <a:alphaModFix/>
          </a:blip>
          <a:srcRect l="9273" t="30771" r="9093" b="34965"/>
          <a:stretch/>
        </p:blipFill>
        <p:spPr>
          <a:xfrm>
            <a:off x="0" y="9302"/>
            <a:ext cx="1948200" cy="612600"/>
          </a:xfrm>
          <a:prstGeom prst="roundRect">
            <a:avLst>
              <a:gd name="adj" fmla="val 8594"/>
            </a:avLst>
          </a:prstGeom>
          <a:solidFill>
            <a:srgbClr val="ECECEC"/>
          </a:solidFill>
          <a:ln>
            <a:noFill/>
          </a:ln>
          <a:effectLst>
            <a:reflection stA="38000" endPos="28000" dist="5000" dir="5400000" fadeDir="5400012" sy="-100000" algn="bl" rotWithShape="0"/>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602"/>
                                        </p:tgtEl>
                                        <p:attrNameLst>
                                          <p:attrName>style.visibility</p:attrName>
                                        </p:attrNameLst>
                                      </p:cBhvr>
                                      <p:to>
                                        <p:strVal val="visible"/>
                                      </p:to>
                                    </p:set>
                                    <p:anim calcmode="lin" valueType="num">
                                      <p:cBhvr additive="base">
                                        <p:cTn id="7" dur="1000"/>
                                        <p:tgtEl>
                                          <p:spTgt spid="602"/>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603"/>
                                        </p:tgtEl>
                                        <p:attrNameLst>
                                          <p:attrName>style.visibility</p:attrName>
                                        </p:attrNameLst>
                                      </p:cBhvr>
                                      <p:to>
                                        <p:strVal val="visible"/>
                                      </p:to>
                                    </p:set>
                                    <p:anim calcmode="lin" valueType="num">
                                      <p:cBhvr additive="base">
                                        <p:cTn id="12" dur="1000"/>
                                        <p:tgtEl>
                                          <p:spTgt spid="603"/>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600"/>
                                        </p:tgtEl>
                                        <p:attrNameLst>
                                          <p:attrName>style.visibility</p:attrName>
                                        </p:attrNameLst>
                                      </p:cBhvr>
                                      <p:to>
                                        <p:strVal val="visible"/>
                                      </p:to>
                                    </p:set>
                                    <p:anim calcmode="lin" valueType="num">
                                      <p:cBhvr additive="base">
                                        <p:cTn id="17" dur="1000"/>
                                        <p:tgtEl>
                                          <p:spTgt spid="600"/>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16"/>
        <p:cNvGrpSpPr/>
        <p:nvPr/>
      </p:nvGrpSpPr>
      <p:grpSpPr>
        <a:xfrm>
          <a:off x="0" y="0"/>
          <a:ext cx="0" cy="0"/>
          <a:chOff x="0" y="0"/>
          <a:chExt cx="0" cy="0"/>
        </a:xfrm>
      </p:grpSpPr>
      <p:pic>
        <p:nvPicPr>
          <p:cNvPr id="617" name="Google Shape;617;p20"/>
          <p:cNvPicPr preferRelativeResize="0"/>
          <p:nvPr/>
        </p:nvPicPr>
        <p:blipFill rotWithShape="1">
          <a:blip r:embed="rId3">
            <a:alphaModFix/>
          </a:blip>
          <a:srcRect l="23732" t="16973" r="14759" b="12401"/>
          <a:stretch/>
        </p:blipFill>
        <p:spPr>
          <a:xfrm>
            <a:off x="7811640" y="45000"/>
            <a:ext cx="1305720" cy="807840"/>
          </a:xfrm>
          <a:prstGeom prst="rect">
            <a:avLst/>
          </a:prstGeom>
          <a:noFill/>
          <a:ln>
            <a:noFill/>
          </a:ln>
        </p:spPr>
      </p:pic>
      <p:pic>
        <p:nvPicPr>
          <p:cNvPr id="618" name="Google Shape;618;p20"/>
          <p:cNvPicPr preferRelativeResize="0"/>
          <p:nvPr/>
        </p:nvPicPr>
        <p:blipFill rotWithShape="1">
          <a:blip r:embed="rId4">
            <a:alphaModFix/>
          </a:blip>
          <a:srcRect/>
          <a:stretch/>
        </p:blipFill>
        <p:spPr>
          <a:xfrm>
            <a:off x="552600" y="1080000"/>
            <a:ext cx="7941960" cy="5552640"/>
          </a:xfrm>
          <a:prstGeom prst="rect">
            <a:avLst/>
          </a:prstGeom>
          <a:noFill/>
          <a:ln>
            <a:noFill/>
          </a:ln>
        </p:spPr>
      </p:pic>
      <p:sp>
        <p:nvSpPr>
          <p:cNvPr id="619" name="Google Shape;619;p20"/>
          <p:cNvSpPr/>
          <p:nvPr/>
        </p:nvSpPr>
        <p:spPr>
          <a:xfrm flipH="1">
            <a:off x="3478320" y="468720"/>
            <a:ext cx="2120040" cy="367878"/>
          </a:xfrm>
          <a:prstGeom prst="rect">
            <a:avLst/>
          </a:prstGeom>
          <a:noFill/>
          <a:ln>
            <a:noFill/>
          </a:ln>
        </p:spPr>
        <p:txBody>
          <a:bodyPr spcFirstLastPara="1" wrap="square" lIns="90000" tIns="45000" rIns="90000" bIns="45000" anchor="t" anchorCtr="0">
            <a:spAutoFit/>
          </a:bodyPr>
          <a:lstStyle/>
          <a:p>
            <a:r>
              <a:rPr lang="en-IN" sz="1800">
                <a:latin typeface="Calibri"/>
                <a:ea typeface="Calibri"/>
                <a:cs typeface="Calibri"/>
                <a:sym typeface="Calibri"/>
              </a:rPr>
              <a:t>Picture Format</a:t>
            </a:r>
            <a:endParaRPr sz="1800"/>
          </a:p>
        </p:txBody>
      </p:sp>
      <p:sp>
        <p:nvSpPr>
          <p:cNvPr id="620" name="Google Shape;620;p20"/>
          <p:cNvSpPr/>
          <p:nvPr/>
        </p:nvSpPr>
        <p:spPr>
          <a:xfrm>
            <a:off x="4026600" y="1217880"/>
            <a:ext cx="1077480" cy="417600"/>
          </a:xfrm>
          <a:prstGeom prst="rect">
            <a:avLst/>
          </a:prstGeom>
          <a:solidFill>
            <a:srgbClr val="000000">
              <a:alpha val="4705"/>
            </a:srgbClr>
          </a:solidFill>
          <a:ln w="18000" cap="flat" cmpd="sng">
            <a:solidFill>
              <a:srgbClr val="000000"/>
            </a:solidFill>
            <a:prstDash val="solid"/>
            <a:miter lim="8000"/>
            <a:headEnd type="none" w="sm" len="sm"/>
            <a:tailEnd type="none" w="sm" len="sm"/>
          </a:ln>
        </p:spPr>
        <p:txBody>
          <a:bodyPr spcFirstLastPara="1" wrap="square" lIns="90000" tIns="45000" rIns="90000" bIns="45000" anchor="t" anchorCtr="0">
            <a:noAutofit/>
          </a:bodyPr>
          <a:lstStyle/>
          <a:p>
            <a:pPr algn="r"/>
            <a:r>
              <a:rPr lang="en-IN" sz="1800" b="1">
                <a:latin typeface="Calibri"/>
                <a:ea typeface="Calibri"/>
                <a:cs typeface="Calibri"/>
                <a:sym typeface="Calibri"/>
              </a:rPr>
              <a:t>2</a:t>
            </a:r>
            <a:endParaRPr sz="1800"/>
          </a:p>
        </p:txBody>
      </p:sp>
      <p:sp>
        <p:nvSpPr>
          <p:cNvPr id="621" name="Google Shape;621;p20"/>
          <p:cNvSpPr/>
          <p:nvPr/>
        </p:nvSpPr>
        <p:spPr>
          <a:xfrm>
            <a:off x="7021080" y="2099520"/>
            <a:ext cx="1257480" cy="3957480"/>
          </a:xfrm>
          <a:prstGeom prst="rect">
            <a:avLst/>
          </a:prstGeom>
          <a:solidFill>
            <a:srgbClr val="000000">
              <a:alpha val="4705"/>
            </a:srgbClr>
          </a:solidFill>
          <a:ln w="18000" cap="flat" cmpd="sng">
            <a:solidFill>
              <a:srgbClr val="000000"/>
            </a:solidFill>
            <a:prstDash val="solid"/>
            <a:miter lim="8000"/>
            <a:headEnd type="none" w="sm" len="sm"/>
            <a:tailEnd type="none" w="sm" len="sm"/>
          </a:ln>
        </p:spPr>
        <p:txBody>
          <a:bodyPr spcFirstLastPara="1" wrap="square" lIns="90000" tIns="45000" rIns="90000" bIns="45000" anchor="ctr" anchorCtr="0">
            <a:noAutofit/>
          </a:bodyPr>
          <a:lstStyle/>
          <a:p>
            <a:pPr algn="ctr"/>
            <a:r>
              <a:rPr lang="en-IN" sz="1800">
                <a:latin typeface="Calibri"/>
                <a:ea typeface="Calibri"/>
                <a:cs typeface="Calibri"/>
                <a:sym typeface="Calibri"/>
              </a:rPr>
              <a:t>2</a:t>
            </a:r>
            <a:endParaRPr sz="1800"/>
          </a:p>
        </p:txBody>
      </p:sp>
      <p:sp>
        <p:nvSpPr>
          <p:cNvPr id="622" name="Google Shape;622;p20"/>
          <p:cNvSpPr/>
          <p:nvPr/>
        </p:nvSpPr>
        <p:spPr>
          <a:xfrm>
            <a:off x="3722040" y="1960920"/>
            <a:ext cx="537480" cy="177480"/>
          </a:xfrm>
          <a:prstGeom prst="rect">
            <a:avLst/>
          </a:prstGeom>
          <a:solidFill>
            <a:srgbClr val="000000">
              <a:alpha val="4705"/>
            </a:srgbClr>
          </a:solidFill>
          <a:ln w="18000" cap="flat" cmpd="sng">
            <a:solidFill>
              <a:srgbClr val="000000"/>
            </a:solidFill>
            <a:prstDash val="solid"/>
            <a:miter lim="8000"/>
            <a:headEnd type="none" w="sm" len="sm"/>
            <a:tailEnd type="none" w="sm" len="sm"/>
          </a:ln>
        </p:spPr>
        <p:txBody>
          <a:bodyPr spcFirstLastPara="1" wrap="square" lIns="91425" tIns="91425" rIns="91425" bIns="91425" anchor="ctr" anchorCtr="0">
            <a:noAutofit/>
          </a:bodyPr>
          <a:lstStyle/>
          <a:p>
            <a:endParaRPr/>
          </a:p>
        </p:txBody>
      </p:sp>
      <p:sp>
        <p:nvSpPr>
          <p:cNvPr id="623" name="Google Shape;623;p20"/>
          <p:cNvSpPr/>
          <p:nvPr/>
        </p:nvSpPr>
        <p:spPr>
          <a:xfrm>
            <a:off x="6397560" y="2012760"/>
            <a:ext cx="357480" cy="177480"/>
          </a:xfrm>
          <a:prstGeom prst="rect">
            <a:avLst/>
          </a:prstGeom>
          <a:solidFill>
            <a:srgbClr val="000000">
              <a:alpha val="4705"/>
            </a:srgbClr>
          </a:solidFill>
          <a:ln w="18000" cap="flat" cmpd="sng">
            <a:solidFill>
              <a:srgbClr val="000000"/>
            </a:solidFill>
            <a:prstDash val="solid"/>
            <a:miter lim="8000"/>
            <a:headEnd type="none" w="sm" len="sm"/>
            <a:tailEnd type="none" w="sm" len="sm"/>
          </a:ln>
        </p:spPr>
        <p:txBody>
          <a:bodyPr spcFirstLastPara="1" wrap="square" lIns="91425" tIns="91425" rIns="91425" bIns="91425" anchor="ctr" anchorCtr="0">
            <a:noAutofit/>
          </a:bodyPr>
          <a:lstStyle/>
          <a:p>
            <a:endParaRPr/>
          </a:p>
        </p:txBody>
      </p:sp>
      <p:sp>
        <p:nvSpPr>
          <p:cNvPr id="624" name="Google Shape;624;p20"/>
          <p:cNvSpPr/>
          <p:nvPr/>
        </p:nvSpPr>
        <p:spPr>
          <a:xfrm>
            <a:off x="6853320" y="1638000"/>
            <a:ext cx="537480" cy="177480"/>
          </a:xfrm>
          <a:prstGeom prst="rect">
            <a:avLst/>
          </a:prstGeom>
          <a:solidFill>
            <a:srgbClr val="000000">
              <a:alpha val="4705"/>
            </a:srgbClr>
          </a:solidFill>
          <a:ln w="18000" cap="flat" cmpd="sng">
            <a:solidFill>
              <a:srgbClr val="000000"/>
            </a:solidFill>
            <a:prstDash val="solid"/>
            <a:miter lim="8000"/>
            <a:headEnd type="none" w="sm" len="sm"/>
            <a:tailEnd type="none" w="sm" len="sm"/>
          </a:ln>
        </p:spPr>
        <p:txBody>
          <a:bodyPr spcFirstLastPara="1" wrap="square" lIns="91425" tIns="91425" rIns="91425" bIns="91425" anchor="ctr" anchorCtr="0">
            <a:noAutofit/>
          </a:bodyPr>
          <a:lstStyle/>
          <a:p>
            <a:endParaRPr/>
          </a:p>
        </p:txBody>
      </p:sp>
      <p:sp>
        <p:nvSpPr>
          <p:cNvPr id="625" name="Google Shape;625;p20"/>
          <p:cNvSpPr/>
          <p:nvPr/>
        </p:nvSpPr>
        <p:spPr>
          <a:xfrm>
            <a:off x="7220880" y="1372680"/>
            <a:ext cx="537480" cy="537480"/>
          </a:xfrm>
          <a:prstGeom prst="rect">
            <a:avLst/>
          </a:prstGeom>
          <a:solidFill>
            <a:srgbClr val="000000">
              <a:alpha val="4705"/>
            </a:srgbClr>
          </a:solidFill>
          <a:ln w="18000" cap="flat" cmpd="sng">
            <a:solidFill>
              <a:srgbClr val="000000"/>
            </a:solidFill>
            <a:prstDash val="solid"/>
            <a:miter lim="8000"/>
            <a:headEnd type="none" w="sm" len="sm"/>
            <a:tailEnd type="none" w="sm" len="sm"/>
          </a:ln>
        </p:spPr>
        <p:txBody>
          <a:bodyPr spcFirstLastPara="1" wrap="square" lIns="91425" tIns="91425" rIns="91425" bIns="91425" anchor="ctr" anchorCtr="0">
            <a:noAutofit/>
          </a:bodyPr>
          <a:lstStyle/>
          <a:p>
            <a:endParaRPr/>
          </a:p>
        </p:txBody>
      </p:sp>
      <p:sp>
        <p:nvSpPr>
          <p:cNvPr id="626" name="Google Shape;626;p20"/>
          <p:cNvSpPr/>
          <p:nvPr/>
        </p:nvSpPr>
        <p:spPr>
          <a:xfrm>
            <a:off x="2654280" y="2713680"/>
            <a:ext cx="1257480" cy="1098720"/>
          </a:xfrm>
          <a:prstGeom prst="rect">
            <a:avLst/>
          </a:prstGeom>
          <a:solidFill>
            <a:srgbClr val="000000">
              <a:alpha val="4705"/>
            </a:srgbClr>
          </a:solidFill>
          <a:ln w="18000" cap="flat" cmpd="sng">
            <a:solidFill>
              <a:srgbClr val="000000"/>
            </a:solidFill>
            <a:prstDash val="solid"/>
            <a:miter lim="8000"/>
            <a:headEnd type="none" w="sm" len="sm"/>
            <a:tailEnd type="none" w="sm" len="sm"/>
          </a:ln>
        </p:spPr>
        <p:txBody>
          <a:bodyPr spcFirstLastPara="1" wrap="square" lIns="90000" tIns="45000" rIns="90000" bIns="45000" anchor="ctr" anchorCtr="0">
            <a:noAutofit/>
          </a:bodyPr>
          <a:lstStyle/>
          <a:p>
            <a:pPr algn="ctr"/>
            <a:r>
              <a:rPr lang="en-IN" sz="1800">
                <a:latin typeface="Calibri"/>
                <a:ea typeface="Calibri"/>
                <a:cs typeface="Calibri"/>
                <a:sym typeface="Calibri"/>
              </a:rPr>
              <a:t>1</a:t>
            </a:r>
            <a:endParaRPr sz="1800"/>
          </a:p>
        </p:txBody>
      </p:sp>
      <p:pic>
        <p:nvPicPr>
          <p:cNvPr id="627" name="Google Shape;627;p20"/>
          <p:cNvPicPr preferRelativeResize="0"/>
          <p:nvPr/>
        </p:nvPicPr>
        <p:blipFill rotWithShape="1">
          <a:blip r:embed="rId5">
            <a:alphaModFix/>
          </a:blip>
          <a:srcRect l="9273" t="30771" r="9093" b="34965"/>
          <a:stretch/>
        </p:blipFill>
        <p:spPr>
          <a:xfrm>
            <a:off x="0" y="9302"/>
            <a:ext cx="1948200" cy="612600"/>
          </a:xfrm>
          <a:prstGeom prst="roundRect">
            <a:avLst>
              <a:gd name="adj" fmla="val 8594"/>
            </a:avLst>
          </a:prstGeom>
          <a:solidFill>
            <a:srgbClr val="ECECEC"/>
          </a:solidFill>
          <a:ln>
            <a:noFill/>
          </a:ln>
          <a:effectLst>
            <a:reflection stA="38000" endPos="28000" dist="5000" dir="5400000" fadeDir="5400012" sy="-100000" algn="bl" rotWithShape="0"/>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26"/>
                                        </p:tgtEl>
                                        <p:attrNameLst>
                                          <p:attrName>style.visibility</p:attrName>
                                        </p:attrNameLst>
                                      </p:cBhvr>
                                      <p:to>
                                        <p:strVal val="visible"/>
                                      </p:to>
                                    </p:set>
                                    <p:anim calcmode="lin" valueType="num">
                                      <p:cBhvr additive="base">
                                        <p:cTn id="7" dur="1000"/>
                                        <p:tgtEl>
                                          <p:spTgt spid="626"/>
                                        </p:tgtEl>
                                        <p:attrNameLst>
                                          <p:attrName>ppt_w</p:attrName>
                                        </p:attrNameLst>
                                      </p:cBhvr>
                                      <p:tavLst>
                                        <p:tav tm="0">
                                          <p:val>
                                            <p:strVal val="0"/>
                                          </p:val>
                                        </p:tav>
                                        <p:tav tm="100000">
                                          <p:val>
                                            <p:strVal val="#ppt_w"/>
                                          </p:val>
                                        </p:tav>
                                      </p:tavLst>
                                    </p:anim>
                                    <p:anim calcmode="lin" valueType="num">
                                      <p:cBhvr additive="base">
                                        <p:cTn id="8" dur="1000"/>
                                        <p:tgtEl>
                                          <p:spTgt spid="626"/>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nodeType="clickEffect">
                                  <p:stCondLst>
                                    <p:cond delay="0"/>
                                  </p:stCondLst>
                                  <p:childTnLst>
                                    <p:set>
                                      <p:cBhvr>
                                        <p:cTn id="12" dur="1" fill="hold">
                                          <p:stCondLst>
                                            <p:cond delay="0"/>
                                          </p:stCondLst>
                                        </p:cTn>
                                        <p:tgtEl>
                                          <p:spTgt spid="620"/>
                                        </p:tgtEl>
                                        <p:attrNameLst>
                                          <p:attrName>style.visibility</p:attrName>
                                        </p:attrNameLst>
                                      </p:cBhvr>
                                      <p:to>
                                        <p:strVal val="visible"/>
                                      </p:to>
                                    </p:set>
                                    <p:anim calcmode="lin" valueType="num">
                                      <p:cBhvr additive="base">
                                        <p:cTn id="13" dur="1000"/>
                                        <p:tgtEl>
                                          <p:spTgt spid="620"/>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nodeType="clickEffect">
                                  <p:stCondLst>
                                    <p:cond delay="0"/>
                                  </p:stCondLst>
                                  <p:childTnLst>
                                    <p:set>
                                      <p:cBhvr>
                                        <p:cTn id="17" dur="1" fill="hold">
                                          <p:stCondLst>
                                            <p:cond delay="0"/>
                                          </p:stCondLst>
                                        </p:cTn>
                                        <p:tgtEl>
                                          <p:spTgt spid="621"/>
                                        </p:tgtEl>
                                        <p:attrNameLst>
                                          <p:attrName>style.visibility</p:attrName>
                                        </p:attrNameLst>
                                      </p:cBhvr>
                                      <p:to>
                                        <p:strVal val="visible"/>
                                      </p:to>
                                    </p:set>
                                    <p:anim calcmode="lin" valueType="num">
                                      <p:cBhvr additive="base">
                                        <p:cTn id="18" dur="1000"/>
                                        <p:tgtEl>
                                          <p:spTgt spid="621"/>
                                        </p:tgtEl>
                                        <p:attrNameLst>
                                          <p:attrName>ppt_w</p:attrName>
                                        </p:attrNameLst>
                                      </p:cBhvr>
                                      <p:tavLst>
                                        <p:tav tm="0">
                                          <p:val>
                                            <p:strVal val="0"/>
                                          </p:val>
                                        </p:tav>
                                        <p:tav tm="100000">
                                          <p:val>
                                            <p:strVal val="#ppt_w"/>
                                          </p:val>
                                        </p:tav>
                                      </p:tavLst>
                                    </p:anim>
                                    <p:anim calcmode="lin" valueType="num">
                                      <p:cBhvr additive="base">
                                        <p:cTn id="19" dur="1000"/>
                                        <p:tgtEl>
                                          <p:spTgt spid="621"/>
                                        </p:tgtEl>
                                        <p:attrNameLst>
                                          <p:attrName>ppt_h</p:attrName>
                                        </p:attrNameLst>
                                      </p:cBhvr>
                                      <p:tavLst>
                                        <p:tav tm="0">
                                          <p:val>
                                            <p:strVal val="0"/>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625"/>
                                        </p:tgtEl>
                                        <p:attrNameLst>
                                          <p:attrName>style.visibility</p:attrName>
                                        </p:attrNameLst>
                                      </p:cBhvr>
                                      <p:to>
                                        <p:strVal val="visible"/>
                                      </p:to>
                                    </p:set>
                                    <p:animEffect transition="in" filter="fade">
                                      <p:cBhvr>
                                        <p:cTn id="24" dur="1000"/>
                                        <p:tgtEl>
                                          <p:spTgt spid="62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622"/>
                                        </p:tgtEl>
                                        <p:attrNameLst>
                                          <p:attrName>style.visibility</p:attrName>
                                        </p:attrNameLst>
                                      </p:cBhvr>
                                      <p:to>
                                        <p:strVal val="visible"/>
                                      </p:to>
                                    </p:set>
                                    <p:animEffect transition="in" filter="fade">
                                      <p:cBhvr>
                                        <p:cTn id="29" dur="1000"/>
                                        <p:tgtEl>
                                          <p:spTgt spid="622"/>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623"/>
                                        </p:tgtEl>
                                        <p:attrNameLst>
                                          <p:attrName>style.visibility</p:attrName>
                                        </p:attrNameLst>
                                      </p:cBhvr>
                                      <p:to>
                                        <p:strVal val="visible"/>
                                      </p:to>
                                    </p:set>
                                    <p:animEffect transition="in" filter="fade">
                                      <p:cBhvr>
                                        <p:cTn id="34" dur="1000"/>
                                        <p:tgtEl>
                                          <p:spTgt spid="623"/>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624"/>
                                        </p:tgtEl>
                                        <p:attrNameLst>
                                          <p:attrName>style.visibility</p:attrName>
                                        </p:attrNameLst>
                                      </p:cBhvr>
                                      <p:to>
                                        <p:strVal val="visible"/>
                                      </p:to>
                                    </p:set>
                                    <p:animEffect transition="in" filter="fade">
                                      <p:cBhvr>
                                        <p:cTn id="39" dur="1000"/>
                                        <p:tgtEl>
                                          <p:spTgt spid="624"/>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625"/>
                                        </p:tgtEl>
                                        <p:attrNameLst>
                                          <p:attrName>style.visibility</p:attrName>
                                        </p:attrNameLst>
                                      </p:cBhvr>
                                      <p:to>
                                        <p:strVal val="visible"/>
                                      </p:to>
                                    </p:set>
                                    <p:animEffect transition="in" filter="fade">
                                      <p:cBhvr>
                                        <p:cTn id="44" dur="1000"/>
                                        <p:tgtEl>
                                          <p:spTgt spid="6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32"/>
        <p:cNvGrpSpPr/>
        <p:nvPr/>
      </p:nvGrpSpPr>
      <p:grpSpPr>
        <a:xfrm>
          <a:off x="0" y="0"/>
          <a:ext cx="0" cy="0"/>
          <a:chOff x="0" y="0"/>
          <a:chExt cx="0" cy="0"/>
        </a:xfrm>
      </p:grpSpPr>
      <p:pic>
        <p:nvPicPr>
          <p:cNvPr id="633" name="Google Shape;633;p21"/>
          <p:cNvPicPr preferRelativeResize="0"/>
          <p:nvPr/>
        </p:nvPicPr>
        <p:blipFill rotWithShape="1">
          <a:blip r:embed="rId3">
            <a:alphaModFix/>
          </a:blip>
          <a:srcRect l="23732" t="16973" r="14759" b="12401"/>
          <a:stretch/>
        </p:blipFill>
        <p:spPr>
          <a:xfrm>
            <a:off x="7811640" y="45000"/>
            <a:ext cx="1305720" cy="807840"/>
          </a:xfrm>
          <a:prstGeom prst="rect">
            <a:avLst/>
          </a:prstGeom>
          <a:noFill/>
          <a:ln>
            <a:noFill/>
          </a:ln>
        </p:spPr>
      </p:pic>
      <p:sp>
        <p:nvSpPr>
          <p:cNvPr id="634" name="Google Shape;634;p21"/>
          <p:cNvSpPr/>
          <p:nvPr/>
        </p:nvSpPr>
        <p:spPr>
          <a:xfrm>
            <a:off x="3048120" y="450360"/>
            <a:ext cx="4078440" cy="367878"/>
          </a:xfrm>
          <a:prstGeom prst="rect">
            <a:avLst/>
          </a:prstGeom>
          <a:noFill/>
          <a:ln>
            <a:noFill/>
          </a:ln>
        </p:spPr>
        <p:txBody>
          <a:bodyPr spcFirstLastPara="1" wrap="square" lIns="90000" tIns="45000" rIns="90000" bIns="45000" anchor="t" anchorCtr="0">
            <a:spAutoFit/>
          </a:bodyPr>
          <a:lstStyle/>
          <a:p>
            <a:r>
              <a:rPr lang="en-IN" sz="1800">
                <a:latin typeface="Calibri"/>
                <a:ea typeface="Calibri"/>
                <a:cs typeface="Calibri"/>
                <a:sym typeface="Calibri"/>
              </a:rPr>
              <a:t>Inserting Shapes and formatting</a:t>
            </a:r>
            <a:endParaRPr sz="1800"/>
          </a:p>
        </p:txBody>
      </p:sp>
      <p:pic>
        <p:nvPicPr>
          <p:cNvPr id="635" name="Google Shape;635;p21"/>
          <p:cNvPicPr preferRelativeResize="0"/>
          <p:nvPr/>
        </p:nvPicPr>
        <p:blipFill rotWithShape="1">
          <a:blip r:embed="rId4">
            <a:alphaModFix/>
          </a:blip>
          <a:srcRect r="265" b="78352"/>
          <a:stretch/>
        </p:blipFill>
        <p:spPr>
          <a:xfrm>
            <a:off x="167040" y="911520"/>
            <a:ext cx="8797320" cy="1009440"/>
          </a:xfrm>
          <a:prstGeom prst="rect">
            <a:avLst/>
          </a:prstGeom>
          <a:noFill/>
          <a:ln w="9525" cap="flat" cmpd="sng">
            <a:solidFill>
              <a:schemeClr val="dk1"/>
            </a:solidFill>
            <a:prstDash val="solid"/>
            <a:round/>
            <a:headEnd type="none" w="sm" len="sm"/>
            <a:tailEnd type="none" w="sm" len="sm"/>
          </a:ln>
        </p:spPr>
      </p:pic>
      <p:sp>
        <p:nvSpPr>
          <p:cNvPr id="636" name="Google Shape;636;p21"/>
          <p:cNvSpPr/>
          <p:nvPr/>
        </p:nvSpPr>
        <p:spPr>
          <a:xfrm>
            <a:off x="698760" y="959400"/>
            <a:ext cx="537480" cy="537480"/>
          </a:xfrm>
          <a:prstGeom prst="rect">
            <a:avLst/>
          </a:prstGeom>
          <a:solidFill>
            <a:srgbClr val="000000">
              <a:alpha val="4705"/>
            </a:srgbClr>
          </a:solidFill>
          <a:ln w="18000" cap="flat" cmpd="sng">
            <a:solidFill>
              <a:srgbClr val="000000"/>
            </a:solidFill>
            <a:prstDash val="solid"/>
            <a:miter lim="8000"/>
            <a:headEnd type="none" w="sm" len="sm"/>
            <a:tailEnd type="none" w="sm" len="sm"/>
          </a:ln>
        </p:spPr>
        <p:txBody>
          <a:bodyPr spcFirstLastPara="1" wrap="square" lIns="90000" tIns="45000" rIns="90000" bIns="45000" anchor="b" anchorCtr="0">
            <a:noAutofit/>
          </a:bodyPr>
          <a:lstStyle/>
          <a:p>
            <a:pPr algn="r"/>
            <a:r>
              <a:rPr lang="en-IN" sz="1800" b="1">
                <a:latin typeface="Calibri"/>
                <a:ea typeface="Calibri"/>
                <a:cs typeface="Calibri"/>
                <a:sym typeface="Calibri"/>
              </a:rPr>
              <a:t>1</a:t>
            </a:r>
            <a:endParaRPr sz="1800"/>
          </a:p>
        </p:txBody>
      </p:sp>
      <p:sp>
        <p:nvSpPr>
          <p:cNvPr id="637" name="Google Shape;637;p21"/>
          <p:cNvSpPr/>
          <p:nvPr/>
        </p:nvSpPr>
        <p:spPr>
          <a:xfrm>
            <a:off x="1675800" y="1155960"/>
            <a:ext cx="1437480" cy="897480"/>
          </a:xfrm>
          <a:prstGeom prst="rect">
            <a:avLst/>
          </a:prstGeom>
          <a:solidFill>
            <a:srgbClr val="000000">
              <a:alpha val="4705"/>
            </a:srgbClr>
          </a:solidFill>
          <a:ln w="18000" cap="flat" cmpd="sng">
            <a:solidFill>
              <a:srgbClr val="000000"/>
            </a:solidFill>
            <a:prstDash val="solid"/>
            <a:miter lim="8000"/>
            <a:headEnd type="none" w="sm" len="sm"/>
            <a:tailEnd type="none" w="sm" len="sm"/>
          </a:ln>
        </p:spPr>
        <p:txBody>
          <a:bodyPr spcFirstLastPara="1" wrap="square" lIns="90000" tIns="45000" rIns="90000" bIns="45000" anchor="ctr" anchorCtr="0">
            <a:noAutofit/>
          </a:bodyPr>
          <a:lstStyle/>
          <a:p>
            <a:pPr algn="r"/>
            <a:r>
              <a:rPr lang="en-IN" sz="1800" b="1">
                <a:latin typeface="Calibri"/>
                <a:ea typeface="Calibri"/>
                <a:cs typeface="Calibri"/>
                <a:sym typeface="Calibri"/>
              </a:rPr>
              <a:t>2</a:t>
            </a:r>
            <a:endParaRPr sz="1800"/>
          </a:p>
        </p:txBody>
      </p:sp>
      <p:pic>
        <p:nvPicPr>
          <p:cNvPr id="638" name="Google Shape;638;p21"/>
          <p:cNvPicPr preferRelativeResize="0"/>
          <p:nvPr/>
        </p:nvPicPr>
        <p:blipFill rotWithShape="1">
          <a:blip r:embed="rId5">
            <a:alphaModFix/>
          </a:blip>
          <a:srcRect/>
          <a:stretch/>
        </p:blipFill>
        <p:spPr>
          <a:xfrm>
            <a:off x="216000" y="2102760"/>
            <a:ext cx="8745480" cy="4625640"/>
          </a:xfrm>
          <a:prstGeom prst="rect">
            <a:avLst/>
          </a:prstGeom>
          <a:noFill/>
          <a:ln w="9525" cap="flat" cmpd="sng">
            <a:solidFill>
              <a:schemeClr val="dk1"/>
            </a:solidFill>
            <a:prstDash val="solid"/>
            <a:round/>
            <a:headEnd type="none" w="sm" len="sm"/>
            <a:tailEnd type="none" w="sm" len="sm"/>
          </a:ln>
        </p:spPr>
      </p:pic>
      <p:sp>
        <p:nvSpPr>
          <p:cNvPr id="639" name="Google Shape;639;p21"/>
          <p:cNvSpPr/>
          <p:nvPr/>
        </p:nvSpPr>
        <p:spPr>
          <a:xfrm>
            <a:off x="4294800" y="1979640"/>
            <a:ext cx="852480" cy="476640"/>
          </a:xfrm>
          <a:prstGeom prst="rect">
            <a:avLst/>
          </a:prstGeom>
          <a:solidFill>
            <a:srgbClr val="000000">
              <a:alpha val="4705"/>
            </a:srgbClr>
          </a:solidFill>
          <a:ln w="18000" cap="flat" cmpd="sng">
            <a:solidFill>
              <a:srgbClr val="000000"/>
            </a:solidFill>
            <a:prstDash val="solid"/>
            <a:miter lim="8000"/>
            <a:headEnd type="none" w="sm" len="sm"/>
            <a:tailEnd type="none" w="sm" len="sm"/>
          </a:ln>
        </p:spPr>
        <p:txBody>
          <a:bodyPr spcFirstLastPara="1" wrap="square" lIns="90000" tIns="45000" rIns="90000" bIns="45000" anchor="ctr" anchorCtr="0">
            <a:noAutofit/>
          </a:bodyPr>
          <a:lstStyle/>
          <a:p>
            <a:pPr algn="r"/>
            <a:r>
              <a:rPr lang="en-IN" sz="1800" b="1">
                <a:latin typeface="Calibri"/>
                <a:ea typeface="Calibri"/>
                <a:cs typeface="Calibri"/>
                <a:sym typeface="Calibri"/>
              </a:rPr>
              <a:t>3</a:t>
            </a:r>
            <a:endParaRPr sz="1800"/>
          </a:p>
        </p:txBody>
      </p:sp>
      <p:sp>
        <p:nvSpPr>
          <p:cNvPr id="640" name="Google Shape;640;p21"/>
          <p:cNvSpPr/>
          <p:nvPr/>
        </p:nvSpPr>
        <p:spPr>
          <a:xfrm>
            <a:off x="7138800" y="2990880"/>
            <a:ext cx="1825560" cy="3597480"/>
          </a:xfrm>
          <a:prstGeom prst="rect">
            <a:avLst/>
          </a:prstGeom>
          <a:solidFill>
            <a:srgbClr val="000000">
              <a:alpha val="4705"/>
            </a:srgbClr>
          </a:solidFill>
          <a:ln w="18000" cap="flat" cmpd="sng">
            <a:solidFill>
              <a:srgbClr val="000000"/>
            </a:solidFill>
            <a:prstDash val="solid"/>
            <a:miter lim="8000"/>
            <a:headEnd type="none" w="sm" len="sm"/>
            <a:tailEnd type="none" w="sm" len="sm"/>
          </a:ln>
        </p:spPr>
        <p:txBody>
          <a:bodyPr spcFirstLastPara="1" wrap="square" lIns="90000" tIns="45000" rIns="90000" bIns="45000" anchor="t" anchorCtr="0">
            <a:noAutofit/>
          </a:bodyPr>
          <a:lstStyle/>
          <a:p>
            <a:pPr algn="r"/>
            <a:r>
              <a:rPr lang="en-IN" sz="1800" b="1">
                <a:latin typeface="Calibri"/>
                <a:ea typeface="Calibri"/>
                <a:cs typeface="Calibri"/>
                <a:sym typeface="Calibri"/>
              </a:rPr>
              <a:t>4</a:t>
            </a:r>
            <a:endParaRPr sz="1800"/>
          </a:p>
        </p:txBody>
      </p:sp>
      <p:sp>
        <p:nvSpPr>
          <p:cNvPr id="641" name="Google Shape;641;p21"/>
          <p:cNvSpPr/>
          <p:nvPr/>
        </p:nvSpPr>
        <p:spPr>
          <a:xfrm>
            <a:off x="7360560" y="3121560"/>
            <a:ext cx="537480" cy="177480"/>
          </a:xfrm>
          <a:prstGeom prst="trapezoid">
            <a:avLst>
              <a:gd name="adj" fmla="val 29123"/>
            </a:avLst>
          </a:prstGeom>
          <a:solidFill>
            <a:srgbClr val="000000">
              <a:alpha val="4705"/>
            </a:srgbClr>
          </a:solidFill>
          <a:ln w="18000" cap="flat" cmpd="sng">
            <a:solidFill>
              <a:srgbClr val="000000"/>
            </a:solidFill>
            <a:prstDash val="solid"/>
            <a:miter lim="8000"/>
            <a:headEnd type="none" w="sm" len="sm"/>
            <a:tailEnd type="none" w="sm" len="sm"/>
          </a:ln>
        </p:spPr>
        <p:txBody>
          <a:bodyPr spcFirstLastPara="1" wrap="square" lIns="91425" tIns="91425" rIns="91425" bIns="91425" anchor="ctr" anchorCtr="0">
            <a:noAutofit/>
          </a:bodyPr>
          <a:lstStyle/>
          <a:p>
            <a:endParaRPr/>
          </a:p>
        </p:txBody>
      </p:sp>
      <p:sp>
        <p:nvSpPr>
          <p:cNvPr id="642" name="Google Shape;642;p21"/>
          <p:cNvSpPr/>
          <p:nvPr/>
        </p:nvSpPr>
        <p:spPr>
          <a:xfrm>
            <a:off x="7934040" y="3136320"/>
            <a:ext cx="537480" cy="177480"/>
          </a:xfrm>
          <a:prstGeom prst="trapezoid">
            <a:avLst>
              <a:gd name="adj" fmla="val 42757"/>
            </a:avLst>
          </a:prstGeom>
          <a:solidFill>
            <a:srgbClr val="000000">
              <a:alpha val="4705"/>
            </a:srgbClr>
          </a:solidFill>
          <a:ln w="18000" cap="flat" cmpd="sng">
            <a:solidFill>
              <a:srgbClr val="000000"/>
            </a:solidFill>
            <a:prstDash val="solid"/>
            <a:miter lim="8000"/>
            <a:headEnd type="none" w="sm" len="sm"/>
            <a:tailEnd type="none" w="sm" len="sm"/>
          </a:ln>
        </p:spPr>
        <p:txBody>
          <a:bodyPr spcFirstLastPara="1" wrap="square" lIns="91425" tIns="91425" rIns="91425" bIns="91425" anchor="ctr" anchorCtr="0">
            <a:noAutofit/>
          </a:bodyPr>
          <a:lstStyle/>
          <a:p>
            <a:endParaRPr/>
          </a:p>
        </p:txBody>
      </p:sp>
      <p:pic>
        <p:nvPicPr>
          <p:cNvPr id="643" name="Google Shape;643;p21"/>
          <p:cNvPicPr preferRelativeResize="0"/>
          <p:nvPr/>
        </p:nvPicPr>
        <p:blipFill rotWithShape="1">
          <a:blip r:embed="rId6">
            <a:alphaModFix/>
          </a:blip>
          <a:srcRect l="9273" t="30771" r="9093" b="34965"/>
          <a:stretch/>
        </p:blipFill>
        <p:spPr>
          <a:xfrm>
            <a:off x="0" y="9302"/>
            <a:ext cx="1948200" cy="612600"/>
          </a:xfrm>
          <a:prstGeom prst="roundRect">
            <a:avLst>
              <a:gd name="adj" fmla="val 8594"/>
            </a:avLst>
          </a:prstGeom>
          <a:solidFill>
            <a:srgbClr val="ECECEC"/>
          </a:solidFill>
          <a:ln>
            <a:noFill/>
          </a:ln>
          <a:effectLst>
            <a:reflection stA="38000" endPos="28000" dist="5000" dir="5400000" fadeDir="5400012" sy="-100000" algn="bl" rotWithShape="0"/>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36"/>
                                        </p:tgtEl>
                                        <p:attrNameLst>
                                          <p:attrName>style.visibility</p:attrName>
                                        </p:attrNameLst>
                                      </p:cBhvr>
                                      <p:to>
                                        <p:strVal val="visible"/>
                                      </p:to>
                                    </p:set>
                                    <p:animEffect transition="in" filter="fade">
                                      <p:cBhvr>
                                        <p:cTn id="7" dur="1000"/>
                                        <p:tgtEl>
                                          <p:spTgt spid="63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37"/>
                                        </p:tgtEl>
                                        <p:attrNameLst>
                                          <p:attrName>style.visibility</p:attrName>
                                        </p:attrNameLst>
                                      </p:cBhvr>
                                      <p:to>
                                        <p:strVal val="visible"/>
                                      </p:to>
                                    </p:set>
                                    <p:animEffect transition="in" filter="fade">
                                      <p:cBhvr>
                                        <p:cTn id="12" dur="1000"/>
                                        <p:tgtEl>
                                          <p:spTgt spid="63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39"/>
                                        </p:tgtEl>
                                        <p:attrNameLst>
                                          <p:attrName>style.visibility</p:attrName>
                                        </p:attrNameLst>
                                      </p:cBhvr>
                                      <p:to>
                                        <p:strVal val="visible"/>
                                      </p:to>
                                    </p:set>
                                    <p:animEffect transition="in" filter="fade">
                                      <p:cBhvr>
                                        <p:cTn id="17" dur="1000"/>
                                        <p:tgtEl>
                                          <p:spTgt spid="63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40"/>
                                        </p:tgtEl>
                                        <p:attrNameLst>
                                          <p:attrName>style.visibility</p:attrName>
                                        </p:attrNameLst>
                                      </p:cBhvr>
                                      <p:to>
                                        <p:strVal val="visible"/>
                                      </p:to>
                                    </p:set>
                                    <p:animEffect transition="in" filter="fade">
                                      <p:cBhvr>
                                        <p:cTn id="22" dur="1000"/>
                                        <p:tgtEl>
                                          <p:spTgt spid="6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47"/>
        <p:cNvGrpSpPr/>
        <p:nvPr/>
      </p:nvGrpSpPr>
      <p:grpSpPr>
        <a:xfrm>
          <a:off x="0" y="0"/>
          <a:ext cx="0" cy="0"/>
          <a:chOff x="0" y="0"/>
          <a:chExt cx="0" cy="0"/>
        </a:xfrm>
      </p:grpSpPr>
      <p:pic>
        <p:nvPicPr>
          <p:cNvPr id="648" name="Google Shape;648;p22"/>
          <p:cNvPicPr preferRelativeResize="0"/>
          <p:nvPr/>
        </p:nvPicPr>
        <p:blipFill rotWithShape="1">
          <a:blip r:embed="rId3">
            <a:alphaModFix/>
          </a:blip>
          <a:srcRect l="23732" t="16973" r="14759" b="12401"/>
          <a:stretch/>
        </p:blipFill>
        <p:spPr>
          <a:xfrm>
            <a:off x="7835760" y="0"/>
            <a:ext cx="1305720" cy="921960"/>
          </a:xfrm>
          <a:prstGeom prst="rect">
            <a:avLst/>
          </a:prstGeom>
          <a:noFill/>
          <a:ln>
            <a:noFill/>
          </a:ln>
        </p:spPr>
      </p:pic>
      <p:sp>
        <p:nvSpPr>
          <p:cNvPr id="649" name="Google Shape;649;p22"/>
          <p:cNvSpPr/>
          <p:nvPr/>
        </p:nvSpPr>
        <p:spPr>
          <a:xfrm>
            <a:off x="628560" y="766080"/>
            <a:ext cx="7884360" cy="921960"/>
          </a:xfrm>
          <a:prstGeom prst="rect">
            <a:avLst/>
          </a:prstGeom>
          <a:noFill/>
          <a:ln>
            <a:noFill/>
          </a:ln>
        </p:spPr>
        <p:txBody>
          <a:bodyPr spcFirstLastPara="1" wrap="square" lIns="90000" tIns="45000" rIns="90000" bIns="45000" anchor="ctr" anchorCtr="0">
            <a:normAutofit/>
          </a:bodyPr>
          <a:lstStyle/>
          <a:p>
            <a:pPr>
              <a:lnSpc>
                <a:spcPct val="90000"/>
              </a:lnSpc>
            </a:pPr>
            <a:r>
              <a:rPr lang="en-IN" sz="3300">
                <a:solidFill>
                  <a:srgbClr val="2F5496"/>
                </a:solidFill>
                <a:latin typeface="Calibri"/>
                <a:ea typeface="Calibri"/>
                <a:cs typeface="Calibri"/>
                <a:sym typeface="Calibri"/>
              </a:rPr>
              <a:t>What we have covered so far...</a:t>
            </a:r>
            <a:endParaRPr sz="3300"/>
          </a:p>
        </p:txBody>
      </p:sp>
      <p:grpSp>
        <p:nvGrpSpPr>
          <p:cNvPr id="650" name="Google Shape;650;p22"/>
          <p:cNvGrpSpPr/>
          <p:nvPr/>
        </p:nvGrpSpPr>
        <p:grpSpPr>
          <a:xfrm>
            <a:off x="628560" y="1691093"/>
            <a:ext cx="7886700" cy="4350275"/>
            <a:chOff x="0" y="531"/>
            <a:chExt cx="7886700" cy="4350275"/>
          </a:xfrm>
        </p:grpSpPr>
        <p:cxnSp>
          <p:nvCxnSpPr>
            <p:cNvPr id="651" name="Google Shape;651;p22"/>
            <p:cNvCxnSpPr/>
            <p:nvPr/>
          </p:nvCxnSpPr>
          <p:spPr>
            <a:xfrm>
              <a:off x="0" y="531"/>
              <a:ext cx="7886700" cy="0"/>
            </a:xfrm>
            <a:prstGeom prst="straightConnector1">
              <a:avLst/>
            </a:prstGeom>
            <a:solidFill>
              <a:schemeClr val="accent2"/>
            </a:solidFill>
            <a:ln w="25400" cap="flat" cmpd="sng">
              <a:solidFill>
                <a:schemeClr val="accent2"/>
              </a:solidFill>
              <a:prstDash val="solid"/>
              <a:miter lim="8000"/>
              <a:headEnd type="none" w="sm" len="sm"/>
              <a:tailEnd type="none" w="sm" len="sm"/>
            </a:ln>
          </p:spPr>
        </p:cxnSp>
        <p:sp>
          <p:nvSpPr>
            <p:cNvPr id="652" name="Google Shape;652;p22"/>
            <p:cNvSpPr/>
            <p:nvPr/>
          </p:nvSpPr>
          <p:spPr>
            <a:xfrm>
              <a:off x="0" y="531"/>
              <a:ext cx="7886700" cy="870055"/>
            </a:xfrm>
            <a:prstGeom prst="rect">
              <a:avLst/>
            </a:prstGeom>
            <a:noFill/>
            <a:ln>
              <a:noFill/>
            </a:ln>
          </p:spPr>
          <p:txBody>
            <a:bodyPr spcFirstLastPara="1" wrap="square" lIns="91425" tIns="91425" rIns="91425" bIns="91425" anchor="ctr" anchorCtr="0">
              <a:noAutofit/>
            </a:bodyPr>
            <a:lstStyle/>
            <a:p>
              <a:endParaRPr/>
            </a:p>
          </p:txBody>
        </p:sp>
        <p:sp>
          <p:nvSpPr>
            <p:cNvPr id="653" name="Google Shape;653;p22"/>
            <p:cNvSpPr txBox="1"/>
            <p:nvPr/>
          </p:nvSpPr>
          <p:spPr>
            <a:xfrm>
              <a:off x="0" y="531"/>
              <a:ext cx="7886700" cy="870055"/>
            </a:xfrm>
            <a:prstGeom prst="rect">
              <a:avLst/>
            </a:prstGeom>
            <a:noFill/>
            <a:ln>
              <a:noFill/>
            </a:ln>
          </p:spPr>
          <p:txBody>
            <a:bodyPr spcFirstLastPara="1" wrap="square" lIns="95250" tIns="95250" rIns="95250" bIns="95250" anchor="t" anchorCtr="0">
              <a:noAutofit/>
            </a:bodyPr>
            <a:lstStyle/>
            <a:p>
              <a:pPr>
                <a:lnSpc>
                  <a:spcPct val="90000"/>
                </a:lnSpc>
                <a:buSzPts val="2500"/>
              </a:pPr>
              <a:r>
                <a:rPr lang="en-IN" sz="2500"/>
                <a:t>Why presentation program</a:t>
              </a:r>
              <a:endParaRPr sz="2500"/>
            </a:p>
          </p:txBody>
        </p:sp>
        <p:cxnSp>
          <p:nvCxnSpPr>
            <p:cNvPr id="654" name="Google Shape;654;p22"/>
            <p:cNvCxnSpPr/>
            <p:nvPr/>
          </p:nvCxnSpPr>
          <p:spPr>
            <a:xfrm>
              <a:off x="0" y="870586"/>
              <a:ext cx="7886700" cy="0"/>
            </a:xfrm>
            <a:prstGeom prst="straightConnector1">
              <a:avLst/>
            </a:prstGeom>
            <a:solidFill>
              <a:schemeClr val="accent3"/>
            </a:solidFill>
            <a:ln w="25400" cap="flat" cmpd="sng">
              <a:solidFill>
                <a:schemeClr val="accent3"/>
              </a:solidFill>
              <a:prstDash val="solid"/>
              <a:miter lim="8000"/>
              <a:headEnd type="none" w="sm" len="sm"/>
              <a:tailEnd type="none" w="sm" len="sm"/>
            </a:ln>
          </p:spPr>
        </p:cxnSp>
        <p:sp>
          <p:nvSpPr>
            <p:cNvPr id="655" name="Google Shape;655;p22"/>
            <p:cNvSpPr/>
            <p:nvPr/>
          </p:nvSpPr>
          <p:spPr>
            <a:xfrm>
              <a:off x="0" y="870586"/>
              <a:ext cx="7886700" cy="870055"/>
            </a:xfrm>
            <a:prstGeom prst="rect">
              <a:avLst/>
            </a:prstGeom>
            <a:noFill/>
            <a:ln>
              <a:noFill/>
            </a:ln>
          </p:spPr>
          <p:txBody>
            <a:bodyPr spcFirstLastPara="1" wrap="square" lIns="91425" tIns="91425" rIns="91425" bIns="91425" anchor="ctr" anchorCtr="0">
              <a:noAutofit/>
            </a:bodyPr>
            <a:lstStyle/>
            <a:p>
              <a:endParaRPr/>
            </a:p>
          </p:txBody>
        </p:sp>
        <p:sp>
          <p:nvSpPr>
            <p:cNvPr id="656" name="Google Shape;656;p22"/>
            <p:cNvSpPr txBox="1"/>
            <p:nvPr/>
          </p:nvSpPr>
          <p:spPr>
            <a:xfrm>
              <a:off x="0" y="870586"/>
              <a:ext cx="7886700" cy="870055"/>
            </a:xfrm>
            <a:prstGeom prst="rect">
              <a:avLst/>
            </a:prstGeom>
            <a:noFill/>
            <a:ln>
              <a:noFill/>
            </a:ln>
          </p:spPr>
          <p:txBody>
            <a:bodyPr spcFirstLastPara="1" wrap="square" lIns="95250" tIns="95250" rIns="95250" bIns="95250" anchor="t" anchorCtr="0">
              <a:noAutofit/>
            </a:bodyPr>
            <a:lstStyle/>
            <a:p>
              <a:pPr>
                <a:lnSpc>
                  <a:spcPct val="90000"/>
                </a:lnSpc>
                <a:buSzPts val="2500"/>
              </a:pPr>
              <a:r>
                <a:rPr lang="en-IN" sz="2500"/>
                <a:t>Getting started with PowerPoint – Opening, Interface, Saving</a:t>
              </a:r>
              <a:endParaRPr sz="2500"/>
            </a:p>
          </p:txBody>
        </p:sp>
        <p:cxnSp>
          <p:nvCxnSpPr>
            <p:cNvPr id="657" name="Google Shape;657;p22"/>
            <p:cNvCxnSpPr/>
            <p:nvPr/>
          </p:nvCxnSpPr>
          <p:spPr>
            <a:xfrm>
              <a:off x="0" y="1740641"/>
              <a:ext cx="7886700" cy="0"/>
            </a:xfrm>
            <a:prstGeom prst="straightConnector1">
              <a:avLst/>
            </a:prstGeom>
            <a:solidFill>
              <a:schemeClr val="accent4"/>
            </a:solidFill>
            <a:ln w="25400" cap="flat" cmpd="sng">
              <a:solidFill>
                <a:schemeClr val="accent4"/>
              </a:solidFill>
              <a:prstDash val="solid"/>
              <a:miter lim="8000"/>
              <a:headEnd type="none" w="sm" len="sm"/>
              <a:tailEnd type="none" w="sm" len="sm"/>
            </a:ln>
          </p:spPr>
        </p:cxnSp>
        <p:sp>
          <p:nvSpPr>
            <p:cNvPr id="658" name="Google Shape;658;p22"/>
            <p:cNvSpPr/>
            <p:nvPr/>
          </p:nvSpPr>
          <p:spPr>
            <a:xfrm>
              <a:off x="0" y="1740641"/>
              <a:ext cx="7886700" cy="870055"/>
            </a:xfrm>
            <a:prstGeom prst="rect">
              <a:avLst/>
            </a:prstGeom>
            <a:noFill/>
            <a:ln>
              <a:noFill/>
            </a:ln>
          </p:spPr>
          <p:txBody>
            <a:bodyPr spcFirstLastPara="1" wrap="square" lIns="91425" tIns="91425" rIns="91425" bIns="91425" anchor="ctr" anchorCtr="0">
              <a:noAutofit/>
            </a:bodyPr>
            <a:lstStyle/>
            <a:p>
              <a:endParaRPr/>
            </a:p>
          </p:txBody>
        </p:sp>
        <p:sp>
          <p:nvSpPr>
            <p:cNvPr id="659" name="Google Shape;659;p22"/>
            <p:cNvSpPr txBox="1"/>
            <p:nvPr/>
          </p:nvSpPr>
          <p:spPr>
            <a:xfrm>
              <a:off x="0" y="1740641"/>
              <a:ext cx="7886700" cy="870055"/>
            </a:xfrm>
            <a:prstGeom prst="rect">
              <a:avLst/>
            </a:prstGeom>
            <a:noFill/>
            <a:ln>
              <a:noFill/>
            </a:ln>
          </p:spPr>
          <p:txBody>
            <a:bodyPr spcFirstLastPara="1" wrap="square" lIns="95250" tIns="95250" rIns="95250" bIns="95250" anchor="t" anchorCtr="0">
              <a:noAutofit/>
            </a:bodyPr>
            <a:lstStyle/>
            <a:p>
              <a:pPr>
                <a:lnSpc>
                  <a:spcPct val="90000"/>
                </a:lnSpc>
                <a:buSzPts val="2500"/>
              </a:pPr>
              <a:r>
                <a:rPr lang="en-IN" sz="2500"/>
                <a:t>Working with Slides – Layout, Formatting</a:t>
              </a:r>
              <a:endParaRPr sz="2500"/>
            </a:p>
          </p:txBody>
        </p:sp>
        <p:cxnSp>
          <p:nvCxnSpPr>
            <p:cNvPr id="660" name="Google Shape;660;p22"/>
            <p:cNvCxnSpPr/>
            <p:nvPr/>
          </p:nvCxnSpPr>
          <p:spPr>
            <a:xfrm>
              <a:off x="0" y="2610696"/>
              <a:ext cx="7886700" cy="0"/>
            </a:xfrm>
            <a:prstGeom prst="straightConnector1">
              <a:avLst/>
            </a:prstGeom>
            <a:solidFill>
              <a:srgbClr val="599BD5"/>
            </a:solidFill>
            <a:ln w="25400" cap="flat" cmpd="sng">
              <a:solidFill>
                <a:srgbClr val="599BD5"/>
              </a:solidFill>
              <a:prstDash val="solid"/>
              <a:miter lim="8000"/>
              <a:headEnd type="none" w="sm" len="sm"/>
              <a:tailEnd type="none" w="sm" len="sm"/>
            </a:ln>
          </p:spPr>
        </p:cxnSp>
        <p:sp>
          <p:nvSpPr>
            <p:cNvPr id="661" name="Google Shape;661;p22"/>
            <p:cNvSpPr/>
            <p:nvPr/>
          </p:nvSpPr>
          <p:spPr>
            <a:xfrm>
              <a:off x="0" y="2610696"/>
              <a:ext cx="7886700" cy="870055"/>
            </a:xfrm>
            <a:prstGeom prst="rect">
              <a:avLst/>
            </a:prstGeom>
            <a:noFill/>
            <a:ln>
              <a:noFill/>
            </a:ln>
          </p:spPr>
          <p:txBody>
            <a:bodyPr spcFirstLastPara="1" wrap="square" lIns="91425" tIns="91425" rIns="91425" bIns="91425" anchor="ctr" anchorCtr="0">
              <a:noAutofit/>
            </a:bodyPr>
            <a:lstStyle/>
            <a:p>
              <a:endParaRPr/>
            </a:p>
          </p:txBody>
        </p:sp>
        <p:sp>
          <p:nvSpPr>
            <p:cNvPr id="662" name="Google Shape;662;p22"/>
            <p:cNvSpPr txBox="1"/>
            <p:nvPr/>
          </p:nvSpPr>
          <p:spPr>
            <a:xfrm>
              <a:off x="0" y="2610696"/>
              <a:ext cx="7886700" cy="870055"/>
            </a:xfrm>
            <a:prstGeom prst="rect">
              <a:avLst/>
            </a:prstGeom>
            <a:noFill/>
            <a:ln>
              <a:noFill/>
            </a:ln>
          </p:spPr>
          <p:txBody>
            <a:bodyPr spcFirstLastPara="1" wrap="square" lIns="95250" tIns="95250" rIns="95250" bIns="95250" anchor="t" anchorCtr="0">
              <a:noAutofit/>
            </a:bodyPr>
            <a:lstStyle/>
            <a:p>
              <a:pPr>
                <a:lnSpc>
                  <a:spcPct val="90000"/>
                </a:lnSpc>
                <a:buSzPts val="2500"/>
              </a:pPr>
              <a:r>
                <a:rPr lang="en-IN" sz="2500"/>
                <a:t>Entering, editing and formatting text</a:t>
              </a:r>
              <a:endParaRPr sz="2500"/>
            </a:p>
          </p:txBody>
        </p:sp>
        <p:cxnSp>
          <p:nvCxnSpPr>
            <p:cNvPr id="663" name="Google Shape;663;p22"/>
            <p:cNvCxnSpPr/>
            <p:nvPr/>
          </p:nvCxnSpPr>
          <p:spPr>
            <a:xfrm>
              <a:off x="0" y="3480751"/>
              <a:ext cx="7886700" cy="0"/>
            </a:xfrm>
            <a:prstGeom prst="straightConnector1">
              <a:avLst/>
            </a:prstGeom>
            <a:solidFill>
              <a:schemeClr val="accent6"/>
            </a:solidFill>
            <a:ln w="25400" cap="flat" cmpd="sng">
              <a:solidFill>
                <a:schemeClr val="accent6"/>
              </a:solidFill>
              <a:prstDash val="solid"/>
              <a:miter lim="8000"/>
              <a:headEnd type="none" w="sm" len="sm"/>
              <a:tailEnd type="none" w="sm" len="sm"/>
            </a:ln>
          </p:spPr>
        </p:cxnSp>
        <p:sp>
          <p:nvSpPr>
            <p:cNvPr id="664" name="Google Shape;664;p22"/>
            <p:cNvSpPr/>
            <p:nvPr/>
          </p:nvSpPr>
          <p:spPr>
            <a:xfrm>
              <a:off x="0" y="3480751"/>
              <a:ext cx="7886700" cy="870055"/>
            </a:xfrm>
            <a:prstGeom prst="rect">
              <a:avLst/>
            </a:prstGeom>
            <a:noFill/>
            <a:ln>
              <a:noFill/>
            </a:ln>
          </p:spPr>
          <p:txBody>
            <a:bodyPr spcFirstLastPara="1" wrap="square" lIns="91425" tIns="91425" rIns="91425" bIns="91425" anchor="ctr" anchorCtr="0">
              <a:noAutofit/>
            </a:bodyPr>
            <a:lstStyle/>
            <a:p>
              <a:endParaRPr/>
            </a:p>
          </p:txBody>
        </p:sp>
        <p:sp>
          <p:nvSpPr>
            <p:cNvPr id="665" name="Google Shape;665;p22"/>
            <p:cNvSpPr txBox="1"/>
            <p:nvPr/>
          </p:nvSpPr>
          <p:spPr>
            <a:xfrm>
              <a:off x="0" y="3480751"/>
              <a:ext cx="7886700" cy="870055"/>
            </a:xfrm>
            <a:prstGeom prst="rect">
              <a:avLst/>
            </a:prstGeom>
            <a:noFill/>
            <a:ln>
              <a:noFill/>
            </a:ln>
          </p:spPr>
          <p:txBody>
            <a:bodyPr spcFirstLastPara="1" wrap="square" lIns="95250" tIns="95250" rIns="95250" bIns="95250" anchor="t" anchorCtr="0">
              <a:noAutofit/>
            </a:bodyPr>
            <a:lstStyle/>
            <a:p>
              <a:pPr>
                <a:lnSpc>
                  <a:spcPct val="90000"/>
                </a:lnSpc>
                <a:buSzPts val="2500"/>
              </a:pPr>
              <a:r>
                <a:rPr lang="en-IN" sz="2500"/>
                <a:t>Adding Graphic elements – Images, Shapes</a:t>
              </a:r>
              <a:endParaRPr sz="2500"/>
            </a:p>
          </p:txBody>
        </p:sp>
      </p:grpSp>
      <p:pic>
        <p:nvPicPr>
          <p:cNvPr id="666" name="Google Shape;666;p22"/>
          <p:cNvPicPr preferRelativeResize="0"/>
          <p:nvPr/>
        </p:nvPicPr>
        <p:blipFill rotWithShape="1">
          <a:blip r:embed="rId4">
            <a:alphaModFix/>
          </a:blip>
          <a:srcRect l="9273" t="30771" r="9093" b="34965"/>
          <a:stretch/>
        </p:blipFill>
        <p:spPr>
          <a:xfrm>
            <a:off x="0" y="9302"/>
            <a:ext cx="1948200" cy="612600"/>
          </a:xfrm>
          <a:prstGeom prst="roundRect">
            <a:avLst>
              <a:gd name="adj" fmla="val 8594"/>
            </a:avLst>
          </a:prstGeom>
          <a:solidFill>
            <a:srgbClr val="ECECEC"/>
          </a:solidFill>
          <a:ln>
            <a:noFill/>
          </a:ln>
          <a:effectLst>
            <a:reflection stA="38000" endPos="28000" dist="5000" dir="5400000" fadeDir="5400012" sy="-100000" algn="bl" rotWithShape="0"/>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71"/>
        <p:cNvGrpSpPr/>
        <p:nvPr/>
      </p:nvGrpSpPr>
      <p:grpSpPr>
        <a:xfrm>
          <a:off x="0" y="0"/>
          <a:ext cx="0" cy="0"/>
          <a:chOff x="0" y="0"/>
          <a:chExt cx="0" cy="0"/>
        </a:xfrm>
      </p:grpSpPr>
      <p:sp>
        <p:nvSpPr>
          <p:cNvPr id="672" name="Google Shape;672;p23"/>
          <p:cNvSpPr/>
          <p:nvPr/>
        </p:nvSpPr>
        <p:spPr>
          <a:xfrm>
            <a:off x="0" y="59040"/>
            <a:ext cx="1945800" cy="610200"/>
          </a:xfrm>
          <a:prstGeom prst="roundRect">
            <a:avLst>
              <a:gd name="adj" fmla="val 8594"/>
            </a:avLst>
          </a:prstGeom>
          <a:blipFill rotWithShape="1">
            <a:blip r:embed="rId3">
              <a:alphaModFix/>
            </a:blip>
            <a:stretch>
              <a:fillRect l="9215" t="30693" r="9034" b="34888"/>
            </a:stretch>
          </a:blipFill>
          <a:ln>
            <a:noFill/>
          </a:ln>
          <a:effectLst>
            <a:reflection stA="38000" endPos="28000" dist="5000" dir="5400000" sy="-100000" algn="bl" rotWithShape="0"/>
          </a:effectLst>
        </p:spPr>
        <p:txBody>
          <a:bodyPr spcFirstLastPara="1" wrap="square" lIns="91425" tIns="91425" rIns="91425" bIns="91425" anchor="ctr" anchorCtr="0">
            <a:noAutofit/>
          </a:bodyPr>
          <a:lstStyle/>
          <a:p>
            <a:endParaRPr/>
          </a:p>
        </p:txBody>
      </p:sp>
      <p:pic>
        <p:nvPicPr>
          <p:cNvPr id="673" name="Google Shape;673;p23"/>
          <p:cNvPicPr preferRelativeResize="0"/>
          <p:nvPr/>
        </p:nvPicPr>
        <p:blipFill rotWithShape="1">
          <a:blip r:embed="rId4">
            <a:alphaModFix/>
          </a:blip>
          <a:srcRect l="23732" t="16973" r="14759" b="12401"/>
          <a:stretch/>
        </p:blipFill>
        <p:spPr>
          <a:xfrm>
            <a:off x="7811640" y="45000"/>
            <a:ext cx="1305720" cy="807840"/>
          </a:xfrm>
          <a:prstGeom prst="rect">
            <a:avLst/>
          </a:prstGeom>
          <a:noFill/>
          <a:ln>
            <a:noFill/>
          </a:ln>
        </p:spPr>
      </p:pic>
      <p:sp>
        <p:nvSpPr>
          <p:cNvPr id="674" name="Google Shape;674;p23"/>
          <p:cNvSpPr/>
          <p:nvPr/>
        </p:nvSpPr>
        <p:spPr>
          <a:xfrm>
            <a:off x="2625120" y="497160"/>
            <a:ext cx="4127040" cy="367878"/>
          </a:xfrm>
          <a:prstGeom prst="rect">
            <a:avLst/>
          </a:prstGeom>
          <a:noFill/>
          <a:ln>
            <a:noFill/>
          </a:ln>
        </p:spPr>
        <p:txBody>
          <a:bodyPr spcFirstLastPara="1" wrap="square" lIns="90000" tIns="45000" rIns="90000" bIns="45000" anchor="t" anchorCtr="0">
            <a:spAutoFit/>
          </a:bodyPr>
          <a:lstStyle/>
          <a:p>
            <a:pPr algn="ctr"/>
            <a:r>
              <a:rPr lang="en-IN" sz="1800">
                <a:latin typeface="Calibri"/>
                <a:ea typeface="Calibri"/>
                <a:cs typeface="Calibri"/>
                <a:sym typeface="Calibri"/>
              </a:rPr>
              <a:t>Introduction to SmartArt </a:t>
            </a:r>
            <a:endParaRPr sz="1800"/>
          </a:p>
        </p:txBody>
      </p:sp>
      <p:pic>
        <p:nvPicPr>
          <p:cNvPr id="675" name="Google Shape;675;p23"/>
          <p:cNvPicPr preferRelativeResize="0"/>
          <p:nvPr/>
        </p:nvPicPr>
        <p:blipFill rotWithShape="1">
          <a:blip r:embed="rId5">
            <a:alphaModFix/>
          </a:blip>
          <a:srcRect/>
          <a:stretch/>
        </p:blipFill>
        <p:spPr>
          <a:xfrm>
            <a:off x="350640" y="1179720"/>
            <a:ext cx="8440200" cy="5189040"/>
          </a:xfrm>
          <a:prstGeom prst="rect">
            <a:avLst/>
          </a:prstGeom>
          <a:noFill/>
          <a:ln>
            <a:noFill/>
          </a:ln>
        </p:spPr>
      </p:pic>
      <p:sp>
        <p:nvSpPr>
          <p:cNvPr id="676" name="Google Shape;676;p23"/>
          <p:cNvSpPr/>
          <p:nvPr/>
        </p:nvSpPr>
        <p:spPr>
          <a:xfrm>
            <a:off x="738360" y="1349640"/>
            <a:ext cx="717480" cy="717480"/>
          </a:xfrm>
          <a:prstGeom prst="rect">
            <a:avLst/>
          </a:prstGeom>
          <a:solidFill>
            <a:srgbClr val="000000">
              <a:alpha val="4705"/>
            </a:srgbClr>
          </a:solidFill>
          <a:ln w="18000" cap="flat" cmpd="sng">
            <a:solidFill>
              <a:srgbClr val="000000"/>
            </a:solidFill>
            <a:prstDash val="solid"/>
            <a:miter lim="8000"/>
            <a:headEnd type="none" w="sm" len="sm"/>
            <a:tailEnd type="none" w="sm" len="sm"/>
          </a:ln>
        </p:spPr>
        <p:txBody>
          <a:bodyPr spcFirstLastPara="1" wrap="square" lIns="90000" tIns="45000" rIns="90000" bIns="45000" anchor="b" anchorCtr="0">
            <a:noAutofit/>
          </a:bodyPr>
          <a:lstStyle/>
          <a:p>
            <a:r>
              <a:rPr lang="en-IN" sz="1800" b="1">
                <a:solidFill>
                  <a:srgbClr val="171616"/>
                </a:solidFill>
                <a:latin typeface="Calibri"/>
                <a:ea typeface="Calibri"/>
                <a:cs typeface="Calibri"/>
                <a:sym typeface="Calibri"/>
              </a:rPr>
              <a:t>1</a:t>
            </a:r>
            <a:endParaRPr sz="1800"/>
          </a:p>
        </p:txBody>
      </p:sp>
      <p:sp>
        <p:nvSpPr>
          <p:cNvPr id="677" name="Google Shape;677;p23"/>
          <p:cNvSpPr/>
          <p:nvPr/>
        </p:nvSpPr>
        <p:spPr>
          <a:xfrm>
            <a:off x="2625120" y="1578960"/>
            <a:ext cx="617040" cy="488160"/>
          </a:xfrm>
          <a:prstGeom prst="rect">
            <a:avLst/>
          </a:prstGeom>
          <a:solidFill>
            <a:srgbClr val="000000">
              <a:alpha val="4705"/>
            </a:srgbClr>
          </a:solidFill>
          <a:ln w="18000" cap="flat" cmpd="sng">
            <a:solidFill>
              <a:srgbClr val="000000"/>
            </a:solidFill>
            <a:prstDash val="solid"/>
            <a:miter lim="8000"/>
            <a:headEnd type="none" w="sm" len="sm"/>
            <a:tailEnd type="none" w="sm" len="sm"/>
          </a:ln>
        </p:spPr>
        <p:txBody>
          <a:bodyPr spcFirstLastPara="1" wrap="square" lIns="90000" tIns="45000" rIns="90000" bIns="45000" anchor="b" anchorCtr="0">
            <a:noAutofit/>
          </a:bodyPr>
          <a:lstStyle/>
          <a:p>
            <a:pPr algn="r"/>
            <a:r>
              <a:rPr lang="en-IN" sz="1800" b="1">
                <a:latin typeface="Calibri"/>
                <a:ea typeface="Calibri"/>
                <a:cs typeface="Calibri"/>
                <a:sym typeface="Calibri"/>
              </a:rPr>
              <a:t>2</a:t>
            </a:r>
            <a:endParaRPr sz="1800"/>
          </a:p>
        </p:txBody>
      </p:sp>
      <p:sp>
        <p:nvSpPr>
          <p:cNvPr id="678" name="Google Shape;678;p23"/>
          <p:cNvSpPr/>
          <p:nvPr/>
        </p:nvSpPr>
        <p:spPr>
          <a:xfrm>
            <a:off x="2548440" y="2692800"/>
            <a:ext cx="1077480" cy="357480"/>
          </a:xfrm>
          <a:prstGeom prst="rect">
            <a:avLst/>
          </a:prstGeom>
          <a:solidFill>
            <a:srgbClr val="000000">
              <a:alpha val="4705"/>
            </a:srgbClr>
          </a:solidFill>
          <a:ln w="18000" cap="flat" cmpd="sng">
            <a:solidFill>
              <a:srgbClr val="000000"/>
            </a:solidFill>
            <a:prstDash val="solid"/>
            <a:miter lim="8000"/>
            <a:headEnd type="none" w="sm" len="sm"/>
            <a:tailEnd type="none" w="sm" len="sm"/>
          </a:ln>
        </p:spPr>
        <p:txBody>
          <a:bodyPr spcFirstLastPara="1" wrap="square" lIns="90000" tIns="45000" rIns="90000" bIns="45000" anchor="ctr" anchorCtr="0">
            <a:noAutofit/>
          </a:bodyPr>
          <a:lstStyle/>
          <a:p>
            <a:pPr algn="r"/>
            <a:r>
              <a:rPr lang="en-IN" sz="1800" b="1">
                <a:latin typeface="Calibri"/>
                <a:ea typeface="Calibri"/>
                <a:cs typeface="Calibri"/>
                <a:sym typeface="Calibri"/>
              </a:rPr>
              <a:t>3</a:t>
            </a:r>
            <a:endParaRPr sz="1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76"/>
                                        </p:tgtEl>
                                        <p:attrNameLst>
                                          <p:attrName>style.visibility</p:attrName>
                                        </p:attrNameLst>
                                      </p:cBhvr>
                                      <p:to>
                                        <p:strVal val="visible"/>
                                      </p:to>
                                    </p:set>
                                    <p:anim calcmode="lin" valueType="num">
                                      <p:cBhvr additive="base">
                                        <p:cTn id="7" dur="1000"/>
                                        <p:tgtEl>
                                          <p:spTgt spid="676"/>
                                        </p:tgtEl>
                                        <p:attrNameLst>
                                          <p:attrName>ppt_w</p:attrName>
                                        </p:attrNameLst>
                                      </p:cBhvr>
                                      <p:tavLst>
                                        <p:tav tm="0">
                                          <p:val>
                                            <p:strVal val="0"/>
                                          </p:val>
                                        </p:tav>
                                        <p:tav tm="100000">
                                          <p:val>
                                            <p:strVal val="#ppt_w"/>
                                          </p:val>
                                        </p:tav>
                                      </p:tavLst>
                                    </p:anim>
                                    <p:anim calcmode="lin" valueType="num">
                                      <p:cBhvr additive="base">
                                        <p:cTn id="8" dur="1000"/>
                                        <p:tgtEl>
                                          <p:spTgt spid="676"/>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677"/>
                                        </p:tgtEl>
                                        <p:attrNameLst>
                                          <p:attrName>style.visibility</p:attrName>
                                        </p:attrNameLst>
                                      </p:cBhvr>
                                      <p:to>
                                        <p:strVal val="visible"/>
                                      </p:to>
                                    </p:set>
                                    <p:anim calcmode="lin" valueType="num">
                                      <p:cBhvr additive="base">
                                        <p:cTn id="13" dur="1000"/>
                                        <p:tgtEl>
                                          <p:spTgt spid="677"/>
                                        </p:tgtEl>
                                        <p:attrNameLst>
                                          <p:attrName>ppt_w</p:attrName>
                                        </p:attrNameLst>
                                      </p:cBhvr>
                                      <p:tavLst>
                                        <p:tav tm="0">
                                          <p:val>
                                            <p:strVal val="0"/>
                                          </p:val>
                                        </p:tav>
                                        <p:tav tm="100000">
                                          <p:val>
                                            <p:strVal val="#ppt_w"/>
                                          </p:val>
                                        </p:tav>
                                      </p:tavLst>
                                    </p:anim>
                                    <p:anim calcmode="lin" valueType="num">
                                      <p:cBhvr additive="base">
                                        <p:cTn id="14" dur="1000"/>
                                        <p:tgtEl>
                                          <p:spTgt spid="677"/>
                                        </p:tgtEl>
                                        <p:attrNameLst>
                                          <p:attrName>ppt_h</p:attrName>
                                        </p:attrNameLst>
                                      </p:cBhvr>
                                      <p:tavLst>
                                        <p:tav tm="0">
                                          <p:val>
                                            <p:str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83"/>
        <p:cNvGrpSpPr/>
        <p:nvPr/>
      </p:nvGrpSpPr>
      <p:grpSpPr>
        <a:xfrm>
          <a:off x="0" y="0"/>
          <a:ext cx="0" cy="0"/>
          <a:chOff x="0" y="0"/>
          <a:chExt cx="0" cy="0"/>
        </a:xfrm>
      </p:grpSpPr>
      <p:pic>
        <p:nvPicPr>
          <p:cNvPr id="684" name="Google Shape;684;p24"/>
          <p:cNvPicPr preferRelativeResize="0"/>
          <p:nvPr/>
        </p:nvPicPr>
        <p:blipFill rotWithShape="1">
          <a:blip r:embed="rId3">
            <a:alphaModFix/>
          </a:blip>
          <a:srcRect l="23732" t="16973" r="14759" b="12401"/>
          <a:stretch/>
        </p:blipFill>
        <p:spPr>
          <a:xfrm>
            <a:off x="7811640" y="45000"/>
            <a:ext cx="1305720" cy="807840"/>
          </a:xfrm>
          <a:prstGeom prst="rect">
            <a:avLst/>
          </a:prstGeom>
          <a:noFill/>
          <a:ln>
            <a:noFill/>
          </a:ln>
        </p:spPr>
      </p:pic>
      <p:sp>
        <p:nvSpPr>
          <p:cNvPr id="685" name="Google Shape;685;p24"/>
          <p:cNvSpPr/>
          <p:nvPr/>
        </p:nvSpPr>
        <p:spPr>
          <a:xfrm flipH="1">
            <a:off x="3415320" y="209520"/>
            <a:ext cx="3255480" cy="367878"/>
          </a:xfrm>
          <a:prstGeom prst="rect">
            <a:avLst/>
          </a:prstGeom>
          <a:noFill/>
          <a:ln>
            <a:noFill/>
          </a:ln>
        </p:spPr>
        <p:txBody>
          <a:bodyPr spcFirstLastPara="1" wrap="square" lIns="90000" tIns="45000" rIns="90000" bIns="45000" anchor="t" anchorCtr="0">
            <a:spAutoFit/>
          </a:bodyPr>
          <a:lstStyle/>
          <a:p>
            <a:r>
              <a:rPr lang="en-IN" sz="1800">
                <a:latin typeface="Calibri"/>
                <a:ea typeface="Calibri"/>
                <a:cs typeface="Calibri"/>
                <a:sym typeface="Calibri"/>
              </a:rPr>
              <a:t>Converting content to SmartArt</a:t>
            </a:r>
            <a:endParaRPr sz="1800"/>
          </a:p>
        </p:txBody>
      </p:sp>
      <p:pic>
        <p:nvPicPr>
          <p:cNvPr id="686" name="Google Shape;686;p24"/>
          <p:cNvPicPr preferRelativeResize="0"/>
          <p:nvPr/>
        </p:nvPicPr>
        <p:blipFill rotWithShape="1">
          <a:blip r:embed="rId4">
            <a:alphaModFix/>
          </a:blip>
          <a:srcRect/>
          <a:stretch/>
        </p:blipFill>
        <p:spPr>
          <a:xfrm>
            <a:off x="189360" y="987120"/>
            <a:ext cx="8762760" cy="5193000"/>
          </a:xfrm>
          <a:prstGeom prst="rect">
            <a:avLst/>
          </a:prstGeom>
          <a:noFill/>
          <a:ln>
            <a:noFill/>
          </a:ln>
        </p:spPr>
      </p:pic>
      <p:sp>
        <p:nvSpPr>
          <p:cNvPr id="687" name="Google Shape;687;p24"/>
          <p:cNvSpPr/>
          <p:nvPr/>
        </p:nvSpPr>
        <p:spPr>
          <a:xfrm>
            <a:off x="385560" y="1014480"/>
            <a:ext cx="772200" cy="782280"/>
          </a:xfrm>
          <a:prstGeom prst="rect">
            <a:avLst/>
          </a:prstGeom>
          <a:solidFill>
            <a:srgbClr val="000000">
              <a:alpha val="4705"/>
            </a:srgbClr>
          </a:solidFill>
          <a:ln w="18000" cap="flat" cmpd="sng">
            <a:solidFill>
              <a:srgbClr val="000000"/>
            </a:solidFill>
            <a:prstDash val="solid"/>
            <a:miter lim="8000"/>
            <a:headEnd type="none" w="sm" len="sm"/>
            <a:tailEnd type="none" w="sm" len="sm"/>
          </a:ln>
        </p:spPr>
        <p:txBody>
          <a:bodyPr spcFirstLastPara="1" wrap="square" lIns="90000" tIns="45000" rIns="90000" bIns="45000" anchor="ctr" anchorCtr="0">
            <a:noAutofit/>
          </a:bodyPr>
          <a:lstStyle/>
          <a:p>
            <a:pPr algn="ctr"/>
            <a:r>
              <a:rPr lang="en-IN" sz="1800" b="1">
                <a:latin typeface="Calibri"/>
                <a:ea typeface="Calibri"/>
                <a:cs typeface="Calibri"/>
                <a:sym typeface="Calibri"/>
              </a:rPr>
              <a:t>1</a:t>
            </a:r>
            <a:endParaRPr sz="1800"/>
          </a:p>
        </p:txBody>
      </p:sp>
      <p:sp>
        <p:nvSpPr>
          <p:cNvPr id="688" name="Google Shape;688;p24"/>
          <p:cNvSpPr/>
          <p:nvPr/>
        </p:nvSpPr>
        <p:spPr>
          <a:xfrm>
            <a:off x="4656240" y="1627560"/>
            <a:ext cx="897480" cy="357480"/>
          </a:xfrm>
          <a:prstGeom prst="rect">
            <a:avLst/>
          </a:prstGeom>
          <a:solidFill>
            <a:srgbClr val="000000">
              <a:alpha val="4705"/>
            </a:srgbClr>
          </a:solidFill>
          <a:ln w="18000" cap="flat" cmpd="sng">
            <a:solidFill>
              <a:srgbClr val="000000"/>
            </a:solidFill>
            <a:prstDash val="solid"/>
            <a:miter lim="8000"/>
            <a:headEnd type="none" w="sm" len="sm"/>
            <a:tailEnd type="none" w="sm" len="sm"/>
          </a:ln>
        </p:spPr>
        <p:txBody>
          <a:bodyPr spcFirstLastPara="1" wrap="square" lIns="90000" tIns="45000" rIns="90000" bIns="45000" anchor="ctr" anchorCtr="0">
            <a:noAutofit/>
          </a:bodyPr>
          <a:lstStyle/>
          <a:p>
            <a:pPr algn="r"/>
            <a:r>
              <a:rPr lang="en-IN" sz="1800" b="1">
                <a:latin typeface="Calibri"/>
                <a:ea typeface="Calibri"/>
                <a:cs typeface="Calibri"/>
                <a:sym typeface="Calibri"/>
              </a:rPr>
              <a:t>2</a:t>
            </a:r>
            <a:endParaRPr sz="1800"/>
          </a:p>
        </p:txBody>
      </p:sp>
      <p:sp>
        <p:nvSpPr>
          <p:cNvPr id="689" name="Google Shape;689;p24"/>
          <p:cNvSpPr/>
          <p:nvPr/>
        </p:nvSpPr>
        <p:spPr>
          <a:xfrm>
            <a:off x="3618720" y="2672640"/>
            <a:ext cx="1437480" cy="1437480"/>
          </a:xfrm>
          <a:prstGeom prst="rect">
            <a:avLst/>
          </a:prstGeom>
          <a:solidFill>
            <a:srgbClr val="000000">
              <a:alpha val="4705"/>
            </a:srgbClr>
          </a:solidFill>
          <a:ln w="18000" cap="flat" cmpd="sng">
            <a:solidFill>
              <a:srgbClr val="000000"/>
            </a:solidFill>
            <a:prstDash val="solid"/>
            <a:miter lim="8000"/>
            <a:headEnd type="none" w="sm" len="sm"/>
            <a:tailEnd type="none" w="sm" len="sm"/>
          </a:ln>
        </p:spPr>
        <p:txBody>
          <a:bodyPr spcFirstLastPara="1" wrap="square" lIns="90000" tIns="45000" rIns="90000" bIns="45000" anchor="ctr" anchorCtr="0">
            <a:noAutofit/>
          </a:bodyPr>
          <a:lstStyle/>
          <a:p>
            <a:pPr algn="r"/>
            <a:r>
              <a:rPr lang="en-IN" sz="1800" b="1">
                <a:latin typeface="Calibri"/>
                <a:ea typeface="Calibri"/>
                <a:cs typeface="Calibri"/>
                <a:sym typeface="Calibri"/>
              </a:rPr>
              <a:t>3</a:t>
            </a:r>
            <a:endParaRPr sz="1800"/>
          </a:p>
        </p:txBody>
      </p:sp>
      <p:pic>
        <p:nvPicPr>
          <p:cNvPr id="690" name="Google Shape;690;p24"/>
          <p:cNvPicPr preferRelativeResize="0"/>
          <p:nvPr/>
        </p:nvPicPr>
        <p:blipFill rotWithShape="1">
          <a:blip r:embed="rId5">
            <a:alphaModFix/>
          </a:blip>
          <a:srcRect l="9273" t="30771" r="9093" b="34965"/>
          <a:stretch/>
        </p:blipFill>
        <p:spPr>
          <a:xfrm>
            <a:off x="152400" y="161702"/>
            <a:ext cx="1948200" cy="612600"/>
          </a:xfrm>
          <a:prstGeom prst="roundRect">
            <a:avLst>
              <a:gd name="adj" fmla="val 8594"/>
            </a:avLst>
          </a:prstGeom>
          <a:solidFill>
            <a:srgbClr val="ECECEC"/>
          </a:solidFill>
          <a:ln>
            <a:noFill/>
          </a:ln>
          <a:effectLst>
            <a:reflection stA="38000" endPos="28000" dist="5000" dir="5400000" fadeDir="5400012" sy="-100000" algn="bl" rotWithShape="0"/>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95"/>
        <p:cNvGrpSpPr/>
        <p:nvPr/>
      </p:nvGrpSpPr>
      <p:grpSpPr>
        <a:xfrm>
          <a:off x="0" y="0"/>
          <a:ext cx="0" cy="0"/>
          <a:chOff x="0" y="0"/>
          <a:chExt cx="0" cy="0"/>
        </a:xfrm>
      </p:grpSpPr>
      <p:pic>
        <p:nvPicPr>
          <p:cNvPr id="696" name="Google Shape;696;p25"/>
          <p:cNvPicPr preferRelativeResize="0"/>
          <p:nvPr/>
        </p:nvPicPr>
        <p:blipFill rotWithShape="1">
          <a:blip r:embed="rId3">
            <a:alphaModFix/>
          </a:blip>
          <a:srcRect l="23732" t="16973" r="14759" b="12401"/>
          <a:stretch/>
        </p:blipFill>
        <p:spPr>
          <a:xfrm>
            <a:off x="7811640" y="45000"/>
            <a:ext cx="1305720" cy="807840"/>
          </a:xfrm>
          <a:prstGeom prst="rect">
            <a:avLst/>
          </a:prstGeom>
          <a:noFill/>
          <a:ln>
            <a:noFill/>
          </a:ln>
        </p:spPr>
      </p:pic>
      <p:sp>
        <p:nvSpPr>
          <p:cNvPr id="697" name="Google Shape;697;p25"/>
          <p:cNvSpPr/>
          <p:nvPr/>
        </p:nvSpPr>
        <p:spPr>
          <a:xfrm flipH="1">
            <a:off x="3152520" y="213480"/>
            <a:ext cx="3452040" cy="367878"/>
          </a:xfrm>
          <a:prstGeom prst="rect">
            <a:avLst/>
          </a:prstGeom>
          <a:noFill/>
          <a:ln>
            <a:noFill/>
          </a:ln>
        </p:spPr>
        <p:txBody>
          <a:bodyPr spcFirstLastPara="1" wrap="square" lIns="90000" tIns="45000" rIns="90000" bIns="45000" anchor="t" anchorCtr="0">
            <a:spAutoFit/>
          </a:bodyPr>
          <a:lstStyle/>
          <a:p>
            <a:pPr algn="ctr"/>
            <a:r>
              <a:rPr lang="en-IN" sz="1800">
                <a:latin typeface="Calibri"/>
                <a:ea typeface="Calibri"/>
                <a:cs typeface="Calibri"/>
                <a:sym typeface="Calibri"/>
              </a:rPr>
              <a:t> SmartArt Tools – SmartArt Design</a:t>
            </a:r>
            <a:endParaRPr sz="1800"/>
          </a:p>
        </p:txBody>
      </p:sp>
      <p:pic>
        <p:nvPicPr>
          <p:cNvPr id="698" name="Google Shape;698;p25"/>
          <p:cNvPicPr preferRelativeResize="0"/>
          <p:nvPr/>
        </p:nvPicPr>
        <p:blipFill rotWithShape="1">
          <a:blip r:embed="rId4">
            <a:alphaModFix/>
          </a:blip>
          <a:srcRect/>
          <a:stretch/>
        </p:blipFill>
        <p:spPr>
          <a:xfrm>
            <a:off x="378720" y="1012680"/>
            <a:ext cx="8384400" cy="5444640"/>
          </a:xfrm>
          <a:prstGeom prst="rect">
            <a:avLst/>
          </a:prstGeom>
          <a:noFill/>
          <a:ln>
            <a:noFill/>
          </a:ln>
        </p:spPr>
      </p:pic>
      <p:sp>
        <p:nvSpPr>
          <p:cNvPr id="699" name="Google Shape;699;p25"/>
          <p:cNvSpPr/>
          <p:nvPr/>
        </p:nvSpPr>
        <p:spPr>
          <a:xfrm>
            <a:off x="262800" y="912600"/>
            <a:ext cx="8637480" cy="1297440"/>
          </a:xfrm>
          <a:prstGeom prst="rect">
            <a:avLst/>
          </a:prstGeom>
          <a:solidFill>
            <a:srgbClr val="000000">
              <a:alpha val="4705"/>
            </a:srgbClr>
          </a:solidFill>
          <a:ln w="18000" cap="flat" cmpd="sng">
            <a:solidFill>
              <a:srgbClr val="000000"/>
            </a:solidFill>
            <a:prstDash val="solid"/>
            <a:miter lim="8000"/>
            <a:headEnd type="none" w="sm" len="sm"/>
            <a:tailEnd type="none" w="sm" len="sm"/>
          </a:ln>
        </p:spPr>
        <p:txBody>
          <a:bodyPr spcFirstLastPara="1" wrap="square" lIns="91425" tIns="91425" rIns="91425" bIns="91425" anchor="ctr" anchorCtr="0">
            <a:noAutofit/>
          </a:bodyPr>
          <a:lstStyle/>
          <a:p>
            <a:endParaRPr/>
          </a:p>
        </p:txBody>
      </p:sp>
      <p:sp>
        <p:nvSpPr>
          <p:cNvPr id="700" name="Google Shape;700;p25"/>
          <p:cNvSpPr/>
          <p:nvPr/>
        </p:nvSpPr>
        <p:spPr>
          <a:xfrm>
            <a:off x="4072680" y="2646360"/>
            <a:ext cx="1617480" cy="1617480"/>
          </a:xfrm>
          <a:prstGeom prst="rect">
            <a:avLst/>
          </a:prstGeom>
          <a:solidFill>
            <a:srgbClr val="000000">
              <a:alpha val="4705"/>
            </a:srgbClr>
          </a:solidFill>
          <a:ln w="18000" cap="flat" cmpd="sng">
            <a:solidFill>
              <a:srgbClr val="000000"/>
            </a:solidFill>
            <a:prstDash val="solid"/>
            <a:miter lim="8000"/>
            <a:headEnd type="none" w="sm" len="sm"/>
            <a:tailEnd type="none" w="sm" len="sm"/>
          </a:ln>
        </p:spPr>
        <p:txBody>
          <a:bodyPr spcFirstLastPara="1" wrap="square" lIns="91425" tIns="91425" rIns="91425" bIns="91425" anchor="ctr" anchorCtr="0">
            <a:noAutofit/>
          </a:bodyPr>
          <a:lstStyle/>
          <a:p>
            <a:endParaRPr/>
          </a:p>
        </p:txBody>
      </p:sp>
      <p:pic>
        <p:nvPicPr>
          <p:cNvPr id="701" name="Google Shape;701;p25"/>
          <p:cNvPicPr preferRelativeResize="0"/>
          <p:nvPr/>
        </p:nvPicPr>
        <p:blipFill rotWithShape="1">
          <a:blip r:embed="rId5">
            <a:alphaModFix/>
          </a:blip>
          <a:srcRect l="9273" t="30771" r="9093" b="34965"/>
          <a:stretch/>
        </p:blipFill>
        <p:spPr>
          <a:xfrm>
            <a:off x="0" y="9302"/>
            <a:ext cx="1948200" cy="612600"/>
          </a:xfrm>
          <a:prstGeom prst="roundRect">
            <a:avLst>
              <a:gd name="adj" fmla="val 8594"/>
            </a:avLst>
          </a:prstGeom>
          <a:solidFill>
            <a:srgbClr val="ECECEC"/>
          </a:solidFill>
          <a:ln>
            <a:noFill/>
          </a:ln>
          <a:effectLst>
            <a:reflection stA="38000" endPos="28000" dist="5000" dir="5400000" fadeDir="5400012" sy="-100000" algn="bl" rotWithShape="0"/>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99"/>
                                        </p:tgtEl>
                                        <p:attrNameLst>
                                          <p:attrName>style.visibility</p:attrName>
                                        </p:attrNameLst>
                                      </p:cBhvr>
                                      <p:to>
                                        <p:strVal val="visible"/>
                                      </p:to>
                                    </p:set>
                                    <p:animEffect transition="in" filter="fade">
                                      <p:cBhvr>
                                        <p:cTn id="7" dur="1000"/>
                                        <p:tgtEl>
                                          <p:spTgt spid="69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00"/>
                                        </p:tgtEl>
                                        <p:attrNameLst>
                                          <p:attrName>style.visibility</p:attrName>
                                        </p:attrNameLst>
                                      </p:cBhvr>
                                      <p:to>
                                        <p:strVal val="visible"/>
                                      </p:to>
                                    </p:set>
                                    <p:animEffect transition="in" filter="fade">
                                      <p:cBhvr>
                                        <p:cTn id="12" dur="1000"/>
                                        <p:tgtEl>
                                          <p:spTgt spid="7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706"/>
        <p:cNvGrpSpPr/>
        <p:nvPr/>
      </p:nvGrpSpPr>
      <p:grpSpPr>
        <a:xfrm>
          <a:off x="0" y="0"/>
          <a:ext cx="0" cy="0"/>
          <a:chOff x="0" y="0"/>
          <a:chExt cx="0" cy="0"/>
        </a:xfrm>
      </p:grpSpPr>
      <p:pic>
        <p:nvPicPr>
          <p:cNvPr id="707" name="Google Shape;707;p26"/>
          <p:cNvPicPr preferRelativeResize="0"/>
          <p:nvPr/>
        </p:nvPicPr>
        <p:blipFill rotWithShape="1">
          <a:blip r:embed="rId3">
            <a:alphaModFix/>
          </a:blip>
          <a:srcRect l="23732" t="16973" r="14759" b="12401"/>
          <a:stretch/>
        </p:blipFill>
        <p:spPr>
          <a:xfrm>
            <a:off x="7811640" y="45000"/>
            <a:ext cx="1305720" cy="807840"/>
          </a:xfrm>
          <a:prstGeom prst="rect">
            <a:avLst/>
          </a:prstGeom>
          <a:noFill/>
          <a:ln>
            <a:noFill/>
          </a:ln>
        </p:spPr>
      </p:pic>
      <p:pic>
        <p:nvPicPr>
          <p:cNvPr id="708" name="Google Shape;708;p26"/>
          <p:cNvPicPr preferRelativeResize="0"/>
          <p:nvPr/>
        </p:nvPicPr>
        <p:blipFill rotWithShape="1">
          <a:blip r:embed="rId4">
            <a:alphaModFix/>
          </a:blip>
          <a:srcRect/>
          <a:stretch/>
        </p:blipFill>
        <p:spPr>
          <a:xfrm>
            <a:off x="334440" y="857160"/>
            <a:ext cx="8492400" cy="5501880"/>
          </a:xfrm>
          <a:prstGeom prst="rect">
            <a:avLst/>
          </a:prstGeom>
          <a:noFill/>
          <a:ln>
            <a:noFill/>
          </a:ln>
        </p:spPr>
      </p:pic>
      <p:sp>
        <p:nvSpPr>
          <p:cNvPr id="709" name="Google Shape;709;p26"/>
          <p:cNvSpPr/>
          <p:nvPr/>
        </p:nvSpPr>
        <p:spPr>
          <a:xfrm>
            <a:off x="3527280" y="242640"/>
            <a:ext cx="2513520" cy="367878"/>
          </a:xfrm>
          <a:prstGeom prst="rect">
            <a:avLst/>
          </a:prstGeom>
          <a:noFill/>
          <a:ln>
            <a:noFill/>
          </a:ln>
        </p:spPr>
        <p:txBody>
          <a:bodyPr spcFirstLastPara="1" wrap="square" lIns="90000" tIns="45000" rIns="90000" bIns="45000" anchor="t" anchorCtr="0">
            <a:spAutoFit/>
          </a:bodyPr>
          <a:lstStyle/>
          <a:p>
            <a:pPr algn="ctr"/>
            <a:r>
              <a:rPr lang="en-IN" sz="1800">
                <a:latin typeface="Calibri"/>
                <a:ea typeface="Calibri"/>
                <a:cs typeface="Calibri"/>
                <a:sym typeface="Calibri"/>
              </a:rPr>
              <a:t>SmartArt Tools - Format</a:t>
            </a:r>
            <a:endParaRPr sz="1800"/>
          </a:p>
        </p:txBody>
      </p:sp>
      <p:sp>
        <p:nvSpPr>
          <p:cNvPr id="710" name="Google Shape;710;p26"/>
          <p:cNvSpPr/>
          <p:nvPr/>
        </p:nvSpPr>
        <p:spPr>
          <a:xfrm>
            <a:off x="251640" y="776880"/>
            <a:ext cx="8637480" cy="1123920"/>
          </a:xfrm>
          <a:prstGeom prst="rect">
            <a:avLst/>
          </a:prstGeom>
          <a:solidFill>
            <a:srgbClr val="000000">
              <a:alpha val="4705"/>
            </a:srgbClr>
          </a:solidFill>
          <a:ln w="18000" cap="flat" cmpd="sng">
            <a:solidFill>
              <a:srgbClr val="000000"/>
            </a:solidFill>
            <a:prstDash val="solid"/>
            <a:miter lim="8000"/>
            <a:headEnd type="none" w="sm" len="sm"/>
            <a:tailEnd type="none" w="sm" len="sm"/>
          </a:ln>
        </p:spPr>
        <p:txBody>
          <a:bodyPr spcFirstLastPara="1" wrap="square" lIns="91425" tIns="91425" rIns="91425" bIns="91425" anchor="ctr" anchorCtr="0">
            <a:noAutofit/>
          </a:bodyPr>
          <a:lstStyle/>
          <a:p>
            <a:endParaRPr/>
          </a:p>
        </p:txBody>
      </p:sp>
      <p:pic>
        <p:nvPicPr>
          <p:cNvPr id="711" name="Google Shape;711;p26"/>
          <p:cNvPicPr preferRelativeResize="0"/>
          <p:nvPr/>
        </p:nvPicPr>
        <p:blipFill rotWithShape="1">
          <a:blip r:embed="rId5">
            <a:alphaModFix/>
          </a:blip>
          <a:srcRect l="9273" t="30771" r="9093" b="34965"/>
          <a:stretch/>
        </p:blipFill>
        <p:spPr>
          <a:xfrm>
            <a:off x="0" y="9302"/>
            <a:ext cx="1948200" cy="612600"/>
          </a:xfrm>
          <a:prstGeom prst="roundRect">
            <a:avLst>
              <a:gd name="adj" fmla="val 8594"/>
            </a:avLst>
          </a:prstGeom>
          <a:solidFill>
            <a:srgbClr val="ECECEC"/>
          </a:solidFill>
          <a:ln>
            <a:noFill/>
          </a:ln>
          <a:effectLst>
            <a:reflection stA="38000" endPos="28000" dist="5000" dir="5400000" fadeDir="5400012" sy="-100000" algn="bl" rotWithShape="0"/>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10"/>
                                        </p:tgtEl>
                                        <p:attrNameLst>
                                          <p:attrName>style.visibility</p:attrName>
                                        </p:attrNameLst>
                                      </p:cBhvr>
                                      <p:to>
                                        <p:strVal val="visible"/>
                                      </p:to>
                                    </p:set>
                                    <p:animEffect transition="in" filter="fade">
                                      <p:cBhvr>
                                        <p:cTn id="7" dur="1000"/>
                                        <p:tgtEl>
                                          <p:spTgt spid="7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716"/>
        <p:cNvGrpSpPr/>
        <p:nvPr/>
      </p:nvGrpSpPr>
      <p:grpSpPr>
        <a:xfrm>
          <a:off x="0" y="0"/>
          <a:ext cx="0" cy="0"/>
          <a:chOff x="0" y="0"/>
          <a:chExt cx="0" cy="0"/>
        </a:xfrm>
      </p:grpSpPr>
      <p:pic>
        <p:nvPicPr>
          <p:cNvPr id="717" name="Google Shape;717;p27"/>
          <p:cNvPicPr preferRelativeResize="0"/>
          <p:nvPr/>
        </p:nvPicPr>
        <p:blipFill rotWithShape="1">
          <a:blip r:embed="rId3">
            <a:alphaModFix/>
          </a:blip>
          <a:srcRect l="23732" t="16973" r="14759" b="12401"/>
          <a:stretch/>
        </p:blipFill>
        <p:spPr>
          <a:xfrm>
            <a:off x="7811640" y="45000"/>
            <a:ext cx="1305720" cy="807840"/>
          </a:xfrm>
          <a:prstGeom prst="rect">
            <a:avLst/>
          </a:prstGeom>
          <a:noFill/>
          <a:ln>
            <a:noFill/>
          </a:ln>
        </p:spPr>
      </p:pic>
      <p:sp>
        <p:nvSpPr>
          <p:cNvPr id="718" name="Google Shape;718;p27"/>
          <p:cNvSpPr/>
          <p:nvPr/>
        </p:nvSpPr>
        <p:spPr>
          <a:xfrm>
            <a:off x="2250360" y="59042"/>
            <a:ext cx="4742280" cy="829543"/>
          </a:xfrm>
          <a:prstGeom prst="rect">
            <a:avLst/>
          </a:prstGeom>
          <a:noFill/>
          <a:ln>
            <a:noFill/>
          </a:ln>
        </p:spPr>
        <p:txBody>
          <a:bodyPr spcFirstLastPara="1" wrap="square" lIns="90000" tIns="45000" rIns="90000" bIns="45000" anchor="t" anchorCtr="0">
            <a:spAutoFit/>
          </a:bodyPr>
          <a:lstStyle/>
          <a:p>
            <a:pPr algn="ctr"/>
            <a:r>
              <a:rPr lang="en-IN" sz="2400">
                <a:solidFill>
                  <a:srgbClr val="2F5496"/>
                </a:solidFill>
                <a:latin typeface="Libre Baskerville"/>
                <a:ea typeface="Libre Baskerville"/>
                <a:cs typeface="Libre Baskerville"/>
                <a:sym typeface="Libre Baskerville"/>
              </a:rPr>
              <a:t>Slide Navigation and Slide View</a:t>
            </a:r>
            <a:endParaRPr sz="2400"/>
          </a:p>
        </p:txBody>
      </p:sp>
      <p:pic>
        <p:nvPicPr>
          <p:cNvPr id="719" name="Google Shape;719;p27"/>
          <p:cNvPicPr preferRelativeResize="0"/>
          <p:nvPr/>
        </p:nvPicPr>
        <p:blipFill rotWithShape="1">
          <a:blip r:embed="rId4">
            <a:alphaModFix/>
          </a:blip>
          <a:srcRect/>
          <a:stretch/>
        </p:blipFill>
        <p:spPr>
          <a:xfrm>
            <a:off x="558720" y="853560"/>
            <a:ext cx="8125560" cy="5141160"/>
          </a:xfrm>
          <a:prstGeom prst="rect">
            <a:avLst/>
          </a:prstGeom>
          <a:noFill/>
          <a:ln>
            <a:noFill/>
          </a:ln>
        </p:spPr>
      </p:pic>
      <p:sp>
        <p:nvSpPr>
          <p:cNvPr id="720" name="Google Shape;720;p27"/>
          <p:cNvSpPr/>
          <p:nvPr/>
        </p:nvSpPr>
        <p:spPr>
          <a:xfrm>
            <a:off x="3893760" y="934560"/>
            <a:ext cx="502920" cy="330480"/>
          </a:xfrm>
          <a:prstGeom prst="rect">
            <a:avLst/>
          </a:prstGeom>
          <a:solidFill>
            <a:srgbClr val="000000">
              <a:alpha val="4705"/>
            </a:srgbClr>
          </a:solidFill>
          <a:ln w="18000" cap="flat" cmpd="sng">
            <a:solidFill>
              <a:srgbClr val="000000"/>
            </a:solidFill>
            <a:prstDash val="solid"/>
            <a:miter lim="8000"/>
            <a:headEnd type="none" w="sm" len="sm"/>
            <a:tailEnd type="none" w="sm" len="sm"/>
          </a:ln>
        </p:spPr>
        <p:txBody>
          <a:bodyPr spcFirstLastPara="1" wrap="square" lIns="90000" tIns="45000" rIns="90000" bIns="45000" anchor="ctr" anchorCtr="0">
            <a:noAutofit/>
          </a:bodyPr>
          <a:lstStyle/>
          <a:p>
            <a:pPr algn="r"/>
            <a:r>
              <a:rPr lang="en-IN" sz="1800">
                <a:latin typeface="Calibri"/>
                <a:ea typeface="Calibri"/>
                <a:cs typeface="Calibri"/>
                <a:sym typeface="Calibri"/>
              </a:rPr>
              <a:t>1</a:t>
            </a:r>
            <a:endParaRPr sz="1800"/>
          </a:p>
        </p:txBody>
      </p:sp>
      <p:sp>
        <p:nvSpPr>
          <p:cNvPr id="721" name="Google Shape;721;p27"/>
          <p:cNvSpPr/>
          <p:nvPr/>
        </p:nvSpPr>
        <p:spPr>
          <a:xfrm>
            <a:off x="558720" y="1044360"/>
            <a:ext cx="5757480" cy="751320"/>
          </a:xfrm>
          <a:prstGeom prst="rect">
            <a:avLst/>
          </a:prstGeom>
          <a:solidFill>
            <a:srgbClr val="000000">
              <a:alpha val="4705"/>
            </a:srgbClr>
          </a:solidFill>
          <a:ln w="18000" cap="flat" cmpd="sng">
            <a:solidFill>
              <a:srgbClr val="000000"/>
            </a:solidFill>
            <a:prstDash val="solid"/>
            <a:miter lim="8000"/>
            <a:headEnd type="none" w="sm" len="sm"/>
            <a:tailEnd type="none" w="sm" len="sm"/>
          </a:ln>
        </p:spPr>
        <p:txBody>
          <a:bodyPr spcFirstLastPara="1" wrap="square" lIns="91425" tIns="91425" rIns="91425" bIns="91425" anchor="ctr" anchorCtr="0">
            <a:noAutofit/>
          </a:bodyPr>
          <a:lstStyle/>
          <a:p>
            <a:endParaRPr/>
          </a:p>
        </p:txBody>
      </p:sp>
      <p:sp>
        <p:nvSpPr>
          <p:cNvPr id="722" name="Google Shape;722;p27"/>
          <p:cNvSpPr/>
          <p:nvPr/>
        </p:nvSpPr>
        <p:spPr>
          <a:xfrm>
            <a:off x="5918760" y="5453640"/>
            <a:ext cx="2517480" cy="357480"/>
          </a:xfrm>
          <a:prstGeom prst="rect">
            <a:avLst/>
          </a:prstGeom>
          <a:solidFill>
            <a:srgbClr val="000000">
              <a:alpha val="4705"/>
            </a:srgbClr>
          </a:solidFill>
          <a:ln w="18000" cap="flat" cmpd="sng">
            <a:solidFill>
              <a:srgbClr val="000000"/>
            </a:solidFill>
            <a:prstDash val="solid"/>
            <a:miter lim="8000"/>
            <a:headEnd type="none" w="sm" len="sm"/>
            <a:tailEnd type="none" w="sm" len="sm"/>
          </a:ln>
        </p:spPr>
        <p:txBody>
          <a:bodyPr spcFirstLastPara="1" wrap="square" lIns="91425" tIns="91425" rIns="91425" bIns="91425" anchor="ctr" anchorCtr="0">
            <a:noAutofit/>
          </a:bodyPr>
          <a:lstStyle/>
          <a:p>
            <a:endParaRPr/>
          </a:p>
        </p:txBody>
      </p:sp>
      <p:sp>
        <p:nvSpPr>
          <p:cNvPr id="723" name="Google Shape;723;p27"/>
          <p:cNvSpPr/>
          <p:nvPr/>
        </p:nvSpPr>
        <p:spPr>
          <a:xfrm>
            <a:off x="509760" y="1798200"/>
            <a:ext cx="1977480" cy="4066560"/>
          </a:xfrm>
          <a:prstGeom prst="rect">
            <a:avLst/>
          </a:prstGeom>
          <a:solidFill>
            <a:srgbClr val="000000">
              <a:alpha val="4705"/>
            </a:srgbClr>
          </a:solidFill>
          <a:ln w="18000" cap="flat" cmpd="sng">
            <a:solidFill>
              <a:srgbClr val="000000"/>
            </a:solidFill>
            <a:prstDash val="solid"/>
            <a:miter lim="8000"/>
            <a:headEnd type="none" w="sm" len="sm"/>
            <a:tailEnd type="none" w="sm" len="sm"/>
          </a:ln>
        </p:spPr>
        <p:txBody>
          <a:bodyPr spcFirstLastPara="1" wrap="square" lIns="91425" tIns="91425" rIns="91425" bIns="91425" anchor="ctr" anchorCtr="0">
            <a:noAutofit/>
          </a:bodyPr>
          <a:lstStyle/>
          <a:p>
            <a:endParaRPr/>
          </a:p>
        </p:txBody>
      </p:sp>
      <p:sp>
        <p:nvSpPr>
          <p:cNvPr id="724" name="Google Shape;724;p27"/>
          <p:cNvSpPr/>
          <p:nvPr/>
        </p:nvSpPr>
        <p:spPr>
          <a:xfrm>
            <a:off x="558720" y="6108482"/>
            <a:ext cx="8125560" cy="644877"/>
          </a:xfrm>
          <a:prstGeom prst="rect">
            <a:avLst/>
          </a:prstGeom>
          <a:noFill/>
          <a:ln>
            <a:noFill/>
          </a:ln>
        </p:spPr>
        <p:txBody>
          <a:bodyPr spcFirstLastPara="1" wrap="square" lIns="90000" tIns="45000" rIns="90000" bIns="45000" anchor="t" anchorCtr="0">
            <a:spAutoFit/>
          </a:bodyPr>
          <a:lstStyle/>
          <a:p>
            <a:r>
              <a:rPr lang="en-IN" sz="1800">
                <a:latin typeface="Calibri"/>
                <a:ea typeface="Calibri"/>
                <a:cs typeface="Calibri"/>
                <a:sym typeface="Calibri"/>
              </a:rPr>
              <a:t>Slide View &gt; View tab &amp; Status bar</a:t>
            </a:r>
            <a:endParaRPr sz="1800"/>
          </a:p>
          <a:p>
            <a:r>
              <a:rPr lang="en-IN" sz="1800">
                <a:latin typeface="Calibri"/>
                <a:ea typeface="Calibri"/>
                <a:cs typeface="Calibri"/>
                <a:sym typeface="Calibri"/>
              </a:rPr>
              <a:t>Slide Navigation &gt; Navigation side pane &amp; Slide sorter in presentation views</a:t>
            </a:r>
            <a:endParaRPr sz="1800"/>
          </a:p>
        </p:txBody>
      </p:sp>
      <p:pic>
        <p:nvPicPr>
          <p:cNvPr id="725" name="Google Shape;725;p27"/>
          <p:cNvPicPr preferRelativeResize="0"/>
          <p:nvPr/>
        </p:nvPicPr>
        <p:blipFill rotWithShape="1">
          <a:blip r:embed="rId5">
            <a:alphaModFix/>
          </a:blip>
          <a:srcRect l="9273" t="30771" r="9093" b="34965"/>
          <a:stretch/>
        </p:blipFill>
        <p:spPr>
          <a:xfrm>
            <a:off x="0" y="9302"/>
            <a:ext cx="1948200" cy="612600"/>
          </a:xfrm>
          <a:prstGeom prst="roundRect">
            <a:avLst>
              <a:gd name="adj" fmla="val 8594"/>
            </a:avLst>
          </a:prstGeom>
          <a:solidFill>
            <a:srgbClr val="ECECEC"/>
          </a:solidFill>
          <a:ln>
            <a:noFill/>
          </a:ln>
          <a:effectLst>
            <a:reflection stA="38000" endPos="28000" dist="5000" dir="5400000" fadeDir="5400012" sy="-100000" algn="bl" rotWithShape="0"/>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21"/>
                                        </p:tgtEl>
                                        <p:attrNameLst>
                                          <p:attrName>style.visibility</p:attrName>
                                        </p:attrNameLst>
                                      </p:cBhvr>
                                      <p:to>
                                        <p:strVal val="visible"/>
                                      </p:to>
                                    </p:set>
                                    <p:animEffect transition="in" filter="fade">
                                      <p:cBhvr>
                                        <p:cTn id="7" dur="1000"/>
                                        <p:tgtEl>
                                          <p:spTgt spid="7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23"/>
                                        </p:tgtEl>
                                        <p:attrNameLst>
                                          <p:attrName>style.visibility</p:attrName>
                                        </p:attrNameLst>
                                      </p:cBhvr>
                                      <p:to>
                                        <p:strVal val="visible"/>
                                      </p:to>
                                    </p:set>
                                    <p:animEffect transition="in" filter="fade">
                                      <p:cBhvr>
                                        <p:cTn id="12" dur="1000"/>
                                        <p:tgtEl>
                                          <p:spTgt spid="72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22"/>
                                        </p:tgtEl>
                                        <p:attrNameLst>
                                          <p:attrName>style.visibility</p:attrName>
                                        </p:attrNameLst>
                                      </p:cBhvr>
                                      <p:to>
                                        <p:strVal val="visible"/>
                                      </p:to>
                                    </p:set>
                                    <p:animEffect transition="in" filter="fade">
                                      <p:cBhvr>
                                        <p:cTn id="17" dur="1000"/>
                                        <p:tgtEl>
                                          <p:spTgt spid="722"/>
                                        </p:tgtEl>
                                      </p:cBhvr>
                                    </p:animEffect>
                                  </p:childTnLst>
                                </p:cTn>
                              </p:par>
                            </p:childTnLst>
                          </p:cTn>
                        </p:par>
                      </p:childTnLst>
                    </p:cTn>
                  </p:par>
                  <p:par>
                    <p:cTn id="18" fill="hold">
                      <p:stCondLst>
                        <p:cond delay="indefinite"/>
                      </p:stCondLst>
                      <p:childTnLst>
                        <p:par>
                          <p:cTn id="19" fill="hold">
                            <p:stCondLst>
                              <p:cond delay="0"/>
                            </p:stCondLst>
                            <p:childTnLst>
                              <p:par>
                                <p:cTn id="20" presetID="23" presetClass="entr" presetSubtype="16" fill="hold" nodeType="clickEffect">
                                  <p:stCondLst>
                                    <p:cond delay="0"/>
                                  </p:stCondLst>
                                  <p:childTnLst>
                                    <p:set>
                                      <p:cBhvr>
                                        <p:cTn id="21" dur="1" fill="hold">
                                          <p:stCondLst>
                                            <p:cond delay="0"/>
                                          </p:stCondLst>
                                        </p:cTn>
                                        <p:tgtEl>
                                          <p:spTgt spid="720"/>
                                        </p:tgtEl>
                                        <p:attrNameLst>
                                          <p:attrName>style.visibility</p:attrName>
                                        </p:attrNameLst>
                                      </p:cBhvr>
                                      <p:to>
                                        <p:strVal val="visible"/>
                                      </p:to>
                                    </p:set>
                                    <p:anim calcmode="lin" valueType="num">
                                      <p:cBhvr additive="base">
                                        <p:cTn id="22" dur="1000"/>
                                        <p:tgtEl>
                                          <p:spTgt spid="720"/>
                                        </p:tgtEl>
                                        <p:attrNameLst>
                                          <p:attrName>ppt_w</p:attrName>
                                        </p:attrNameLst>
                                      </p:cBhvr>
                                      <p:tavLst>
                                        <p:tav tm="0">
                                          <p:val>
                                            <p:strVal val="0"/>
                                          </p:val>
                                        </p:tav>
                                        <p:tav tm="100000">
                                          <p:val>
                                            <p:strVal val="#ppt_w"/>
                                          </p:val>
                                        </p:tav>
                                      </p:tavLst>
                                    </p:anim>
                                    <p:anim calcmode="lin" valueType="num">
                                      <p:cBhvr additive="base">
                                        <p:cTn id="23" dur="1000"/>
                                        <p:tgtEl>
                                          <p:spTgt spid="720"/>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730"/>
        <p:cNvGrpSpPr/>
        <p:nvPr/>
      </p:nvGrpSpPr>
      <p:grpSpPr>
        <a:xfrm>
          <a:off x="0" y="0"/>
          <a:ext cx="0" cy="0"/>
          <a:chOff x="0" y="0"/>
          <a:chExt cx="0" cy="0"/>
        </a:xfrm>
      </p:grpSpPr>
      <p:pic>
        <p:nvPicPr>
          <p:cNvPr id="731" name="Google Shape;731;p28"/>
          <p:cNvPicPr preferRelativeResize="0"/>
          <p:nvPr/>
        </p:nvPicPr>
        <p:blipFill rotWithShape="1">
          <a:blip r:embed="rId3">
            <a:alphaModFix/>
          </a:blip>
          <a:srcRect l="23732" t="16973" r="14759" b="12401"/>
          <a:stretch/>
        </p:blipFill>
        <p:spPr>
          <a:xfrm>
            <a:off x="7811640" y="45000"/>
            <a:ext cx="1305720" cy="807840"/>
          </a:xfrm>
          <a:prstGeom prst="rect">
            <a:avLst/>
          </a:prstGeom>
          <a:noFill/>
          <a:ln>
            <a:noFill/>
          </a:ln>
        </p:spPr>
      </p:pic>
      <p:sp>
        <p:nvSpPr>
          <p:cNvPr id="732" name="Google Shape;732;p28"/>
          <p:cNvSpPr/>
          <p:nvPr/>
        </p:nvSpPr>
        <p:spPr>
          <a:xfrm>
            <a:off x="3149640" y="242282"/>
            <a:ext cx="2842200" cy="460211"/>
          </a:xfrm>
          <a:prstGeom prst="rect">
            <a:avLst/>
          </a:prstGeom>
          <a:noFill/>
          <a:ln>
            <a:noFill/>
          </a:ln>
        </p:spPr>
        <p:txBody>
          <a:bodyPr spcFirstLastPara="1" wrap="square" lIns="90000" tIns="45000" rIns="90000" bIns="45000" anchor="t" anchorCtr="0">
            <a:spAutoFit/>
          </a:bodyPr>
          <a:lstStyle/>
          <a:p>
            <a:pPr algn="ctr"/>
            <a:r>
              <a:rPr lang="en-IN" sz="2400">
                <a:solidFill>
                  <a:srgbClr val="2F5496"/>
                </a:solidFill>
                <a:latin typeface="Libre Baskerville"/>
                <a:ea typeface="Libre Baskerville"/>
                <a:cs typeface="Libre Baskerville"/>
                <a:sym typeface="Libre Baskerville"/>
              </a:rPr>
              <a:t>Slide Show</a:t>
            </a:r>
            <a:endParaRPr sz="2400"/>
          </a:p>
        </p:txBody>
      </p:sp>
      <p:pic>
        <p:nvPicPr>
          <p:cNvPr id="733" name="Google Shape;733;p28"/>
          <p:cNvPicPr preferRelativeResize="0"/>
          <p:nvPr/>
        </p:nvPicPr>
        <p:blipFill rotWithShape="1">
          <a:blip r:embed="rId4">
            <a:alphaModFix/>
          </a:blip>
          <a:srcRect/>
          <a:stretch/>
        </p:blipFill>
        <p:spPr>
          <a:xfrm>
            <a:off x="172800" y="857160"/>
            <a:ext cx="8795880" cy="5141160"/>
          </a:xfrm>
          <a:prstGeom prst="rect">
            <a:avLst/>
          </a:prstGeom>
          <a:noFill/>
          <a:ln>
            <a:noFill/>
          </a:ln>
        </p:spPr>
      </p:pic>
      <p:sp>
        <p:nvSpPr>
          <p:cNvPr id="734" name="Google Shape;734;p28"/>
          <p:cNvSpPr/>
          <p:nvPr/>
        </p:nvSpPr>
        <p:spPr>
          <a:xfrm>
            <a:off x="3647520" y="6287400"/>
            <a:ext cx="2151360" cy="367878"/>
          </a:xfrm>
          <a:prstGeom prst="rect">
            <a:avLst/>
          </a:prstGeom>
          <a:noFill/>
          <a:ln>
            <a:noFill/>
          </a:ln>
        </p:spPr>
        <p:txBody>
          <a:bodyPr spcFirstLastPara="1" wrap="square" lIns="90000" tIns="45000" rIns="90000" bIns="45000" anchor="t" anchorCtr="0">
            <a:spAutoFit/>
          </a:bodyPr>
          <a:lstStyle/>
          <a:p>
            <a:pPr algn="ctr"/>
            <a:r>
              <a:rPr lang="en-IN" sz="1800">
                <a:latin typeface="Calibri"/>
                <a:ea typeface="Calibri"/>
                <a:cs typeface="Calibri"/>
                <a:sym typeface="Calibri"/>
              </a:rPr>
              <a:t>Slide Show – F5</a:t>
            </a:r>
            <a:endParaRPr sz="1800"/>
          </a:p>
        </p:txBody>
      </p:sp>
      <p:sp>
        <p:nvSpPr>
          <p:cNvPr id="735" name="Google Shape;735;p28"/>
          <p:cNvSpPr/>
          <p:nvPr/>
        </p:nvSpPr>
        <p:spPr>
          <a:xfrm>
            <a:off x="2620440" y="723960"/>
            <a:ext cx="537480" cy="537480"/>
          </a:xfrm>
          <a:prstGeom prst="rect">
            <a:avLst/>
          </a:prstGeom>
          <a:solidFill>
            <a:srgbClr val="000000">
              <a:alpha val="4705"/>
            </a:srgbClr>
          </a:solidFill>
          <a:ln w="18000" cap="flat" cmpd="sng">
            <a:solidFill>
              <a:srgbClr val="000000"/>
            </a:solidFill>
            <a:prstDash val="solid"/>
            <a:miter lim="8000"/>
            <a:headEnd type="none" w="sm" len="sm"/>
            <a:tailEnd type="none" w="sm" len="sm"/>
          </a:ln>
        </p:spPr>
        <p:txBody>
          <a:bodyPr spcFirstLastPara="1" wrap="square" lIns="90000" tIns="45000" rIns="90000" bIns="45000" anchor="t" anchorCtr="0">
            <a:noAutofit/>
          </a:bodyPr>
          <a:lstStyle/>
          <a:p>
            <a:pPr algn="r"/>
            <a:r>
              <a:rPr lang="en-IN" sz="1800">
                <a:latin typeface="Calibri"/>
                <a:ea typeface="Calibri"/>
                <a:cs typeface="Calibri"/>
                <a:sym typeface="Calibri"/>
              </a:rPr>
              <a:t>1</a:t>
            </a:r>
            <a:endParaRPr sz="1800"/>
          </a:p>
        </p:txBody>
      </p:sp>
      <p:sp>
        <p:nvSpPr>
          <p:cNvPr id="736" name="Google Shape;736;p28"/>
          <p:cNvSpPr/>
          <p:nvPr/>
        </p:nvSpPr>
        <p:spPr>
          <a:xfrm>
            <a:off x="172800" y="1239840"/>
            <a:ext cx="4857480" cy="537480"/>
          </a:xfrm>
          <a:prstGeom prst="rect">
            <a:avLst/>
          </a:prstGeom>
          <a:solidFill>
            <a:srgbClr val="000000">
              <a:alpha val="4705"/>
            </a:srgbClr>
          </a:solidFill>
          <a:ln w="18000" cap="flat" cmpd="sng">
            <a:solidFill>
              <a:srgbClr val="000000"/>
            </a:solidFill>
            <a:prstDash val="solid"/>
            <a:miter lim="8000"/>
            <a:headEnd type="none" w="sm" len="sm"/>
            <a:tailEnd type="none" w="sm" len="sm"/>
          </a:ln>
        </p:spPr>
        <p:txBody>
          <a:bodyPr spcFirstLastPara="1" wrap="square" lIns="91425" tIns="91425" rIns="91425" bIns="91425" anchor="ctr" anchorCtr="0">
            <a:noAutofit/>
          </a:bodyPr>
          <a:lstStyle/>
          <a:p>
            <a:endParaRPr/>
          </a:p>
        </p:txBody>
      </p:sp>
      <p:pic>
        <p:nvPicPr>
          <p:cNvPr id="737" name="Google Shape;737;p28"/>
          <p:cNvPicPr preferRelativeResize="0"/>
          <p:nvPr/>
        </p:nvPicPr>
        <p:blipFill rotWithShape="1">
          <a:blip r:embed="rId5">
            <a:alphaModFix/>
          </a:blip>
          <a:srcRect l="9273" t="30771" r="9093" b="34965"/>
          <a:stretch/>
        </p:blipFill>
        <p:spPr>
          <a:xfrm>
            <a:off x="0" y="9302"/>
            <a:ext cx="1948200" cy="612600"/>
          </a:xfrm>
          <a:prstGeom prst="roundRect">
            <a:avLst>
              <a:gd name="adj" fmla="val 8594"/>
            </a:avLst>
          </a:prstGeom>
          <a:solidFill>
            <a:srgbClr val="ECECEC"/>
          </a:solidFill>
          <a:ln>
            <a:noFill/>
          </a:ln>
          <a:effectLst>
            <a:reflection stA="38000" endPos="28000" dist="5000" dir="5400000" fadeDir="5400012" sy="-100000" algn="bl" rotWithShape="0"/>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3" presetClass="entr" presetSubtype="16" fill="hold" nodeType="clickEffect">
                                  <p:stCondLst>
                                    <p:cond delay="0"/>
                                  </p:stCondLst>
                                  <p:childTnLst>
                                    <p:set>
                                      <p:cBhvr>
                                        <p:cTn id="10" dur="1" fill="hold">
                                          <p:stCondLst>
                                            <p:cond delay="0"/>
                                          </p:stCondLst>
                                        </p:cTn>
                                        <p:tgtEl>
                                          <p:spTgt spid="735"/>
                                        </p:tgtEl>
                                        <p:attrNameLst>
                                          <p:attrName>style.visibility</p:attrName>
                                        </p:attrNameLst>
                                      </p:cBhvr>
                                      <p:to>
                                        <p:strVal val="visible"/>
                                      </p:to>
                                    </p:set>
                                    <p:anim calcmode="lin" valueType="num">
                                      <p:cBhvr additive="base">
                                        <p:cTn id="11" dur="1000"/>
                                        <p:tgtEl>
                                          <p:spTgt spid="735"/>
                                        </p:tgtEl>
                                        <p:attrNameLst>
                                          <p:attrName>ppt_w</p:attrName>
                                        </p:attrNameLst>
                                      </p:cBhvr>
                                      <p:tavLst>
                                        <p:tav tm="0">
                                          <p:val>
                                            <p:strVal val="0"/>
                                          </p:val>
                                        </p:tav>
                                        <p:tav tm="100000">
                                          <p:val>
                                            <p:strVal val="#ppt_w"/>
                                          </p:val>
                                        </p:tav>
                                      </p:tavLst>
                                    </p:anim>
                                    <p:anim calcmode="lin" valueType="num">
                                      <p:cBhvr additive="base">
                                        <p:cTn id="12" dur="1000"/>
                                        <p:tgtEl>
                                          <p:spTgt spid="735"/>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742"/>
        <p:cNvGrpSpPr/>
        <p:nvPr/>
      </p:nvGrpSpPr>
      <p:grpSpPr>
        <a:xfrm>
          <a:off x="0" y="0"/>
          <a:ext cx="0" cy="0"/>
          <a:chOff x="0" y="0"/>
          <a:chExt cx="0" cy="0"/>
        </a:xfrm>
      </p:grpSpPr>
      <p:pic>
        <p:nvPicPr>
          <p:cNvPr id="743" name="Google Shape;743;p29"/>
          <p:cNvPicPr preferRelativeResize="0"/>
          <p:nvPr/>
        </p:nvPicPr>
        <p:blipFill rotWithShape="1">
          <a:blip r:embed="rId3">
            <a:alphaModFix/>
          </a:blip>
          <a:srcRect l="23732" t="16973" r="14759" b="12401"/>
          <a:stretch/>
        </p:blipFill>
        <p:spPr>
          <a:xfrm>
            <a:off x="7811640" y="45000"/>
            <a:ext cx="1305720" cy="807840"/>
          </a:xfrm>
          <a:prstGeom prst="rect">
            <a:avLst/>
          </a:prstGeom>
          <a:noFill/>
          <a:ln>
            <a:noFill/>
          </a:ln>
        </p:spPr>
      </p:pic>
      <p:pic>
        <p:nvPicPr>
          <p:cNvPr id="744" name="Google Shape;744;p29"/>
          <p:cNvPicPr preferRelativeResize="0"/>
          <p:nvPr/>
        </p:nvPicPr>
        <p:blipFill rotWithShape="1">
          <a:blip r:embed="rId4">
            <a:alphaModFix/>
          </a:blip>
          <a:srcRect/>
          <a:stretch/>
        </p:blipFill>
        <p:spPr>
          <a:xfrm>
            <a:off x="201600" y="936000"/>
            <a:ext cx="8738280" cy="5141160"/>
          </a:xfrm>
          <a:prstGeom prst="rect">
            <a:avLst/>
          </a:prstGeom>
          <a:noFill/>
          <a:ln>
            <a:noFill/>
          </a:ln>
        </p:spPr>
      </p:pic>
      <p:sp>
        <p:nvSpPr>
          <p:cNvPr id="745" name="Google Shape;745;p29"/>
          <p:cNvSpPr/>
          <p:nvPr/>
        </p:nvSpPr>
        <p:spPr>
          <a:xfrm>
            <a:off x="3220920" y="262082"/>
            <a:ext cx="3315240" cy="829543"/>
          </a:xfrm>
          <a:prstGeom prst="rect">
            <a:avLst/>
          </a:prstGeom>
          <a:noFill/>
          <a:ln>
            <a:noFill/>
          </a:ln>
        </p:spPr>
        <p:txBody>
          <a:bodyPr spcFirstLastPara="1" wrap="square" lIns="90000" tIns="45000" rIns="90000" bIns="45000" anchor="t" anchorCtr="0">
            <a:spAutoFit/>
          </a:bodyPr>
          <a:lstStyle/>
          <a:p>
            <a:pPr algn="ctr"/>
            <a:r>
              <a:rPr lang="en-IN" sz="2400">
                <a:solidFill>
                  <a:srgbClr val="2F5496"/>
                </a:solidFill>
                <a:latin typeface="Libre Baskerville"/>
                <a:ea typeface="Libre Baskerville"/>
                <a:cs typeface="Libre Baskerville"/>
                <a:sym typeface="Libre Baskerville"/>
              </a:rPr>
              <a:t>Printing a presentation</a:t>
            </a:r>
            <a:endParaRPr sz="2400"/>
          </a:p>
        </p:txBody>
      </p:sp>
      <p:sp>
        <p:nvSpPr>
          <p:cNvPr id="746" name="Google Shape;746;p29"/>
          <p:cNvSpPr/>
          <p:nvPr/>
        </p:nvSpPr>
        <p:spPr>
          <a:xfrm>
            <a:off x="3608280" y="6226560"/>
            <a:ext cx="2671920" cy="367878"/>
          </a:xfrm>
          <a:prstGeom prst="rect">
            <a:avLst/>
          </a:prstGeom>
          <a:noFill/>
          <a:ln>
            <a:noFill/>
          </a:ln>
        </p:spPr>
        <p:txBody>
          <a:bodyPr spcFirstLastPara="1" wrap="square" lIns="90000" tIns="45000" rIns="90000" bIns="45000" anchor="t" anchorCtr="0">
            <a:spAutoFit/>
          </a:bodyPr>
          <a:lstStyle/>
          <a:p>
            <a:pPr algn="ctr"/>
            <a:r>
              <a:rPr lang="en-IN" sz="1800">
                <a:latin typeface="Calibri"/>
                <a:ea typeface="Calibri"/>
                <a:cs typeface="Calibri"/>
                <a:sym typeface="Calibri"/>
              </a:rPr>
              <a:t>File tab &gt; Print – Ctrl + P</a:t>
            </a:r>
            <a:endParaRPr sz="1800"/>
          </a:p>
        </p:txBody>
      </p:sp>
      <p:pic>
        <p:nvPicPr>
          <p:cNvPr id="747" name="Google Shape;747;p29"/>
          <p:cNvPicPr preferRelativeResize="0"/>
          <p:nvPr/>
        </p:nvPicPr>
        <p:blipFill rotWithShape="1">
          <a:blip r:embed="rId5">
            <a:alphaModFix/>
          </a:blip>
          <a:srcRect l="9273" t="30771" r="9093" b="34965"/>
          <a:stretch/>
        </p:blipFill>
        <p:spPr>
          <a:xfrm>
            <a:off x="0" y="9302"/>
            <a:ext cx="1948200" cy="612600"/>
          </a:xfrm>
          <a:prstGeom prst="roundRect">
            <a:avLst>
              <a:gd name="adj" fmla="val 8594"/>
            </a:avLst>
          </a:prstGeom>
          <a:solidFill>
            <a:srgbClr val="ECECEC"/>
          </a:solidFill>
          <a:ln>
            <a:noFill/>
          </a:ln>
          <a:effectLst>
            <a:reflection stA="38000" endPos="28000" dist="5000" dir="5400000" fadeDir="5400012" sy="-100000" algn="bl" rotWithShape="0"/>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751"/>
        <p:cNvGrpSpPr/>
        <p:nvPr/>
      </p:nvGrpSpPr>
      <p:grpSpPr>
        <a:xfrm>
          <a:off x="0" y="0"/>
          <a:ext cx="0" cy="0"/>
          <a:chOff x="0" y="0"/>
          <a:chExt cx="0" cy="0"/>
        </a:xfrm>
      </p:grpSpPr>
      <p:pic>
        <p:nvPicPr>
          <p:cNvPr id="752" name="Google Shape;752;p30"/>
          <p:cNvPicPr preferRelativeResize="0"/>
          <p:nvPr/>
        </p:nvPicPr>
        <p:blipFill rotWithShape="1">
          <a:blip r:embed="rId3">
            <a:alphaModFix/>
          </a:blip>
          <a:srcRect l="23732" t="16973" r="14759" b="12401"/>
          <a:stretch/>
        </p:blipFill>
        <p:spPr>
          <a:xfrm>
            <a:off x="7835760" y="0"/>
            <a:ext cx="1305720" cy="921960"/>
          </a:xfrm>
          <a:prstGeom prst="rect">
            <a:avLst/>
          </a:prstGeom>
          <a:noFill/>
          <a:ln>
            <a:noFill/>
          </a:ln>
        </p:spPr>
      </p:pic>
      <p:sp>
        <p:nvSpPr>
          <p:cNvPr id="753" name="Google Shape;753;p30"/>
          <p:cNvSpPr/>
          <p:nvPr/>
        </p:nvSpPr>
        <p:spPr>
          <a:xfrm>
            <a:off x="628560" y="766080"/>
            <a:ext cx="7884360" cy="921960"/>
          </a:xfrm>
          <a:prstGeom prst="rect">
            <a:avLst/>
          </a:prstGeom>
          <a:noFill/>
          <a:ln>
            <a:noFill/>
          </a:ln>
        </p:spPr>
        <p:txBody>
          <a:bodyPr spcFirstLastPara="1" wrap="square" lIns="90000" tIns="45000" rIns="90000" bIns="45000" anchor="ctr" anchorCtr="0">
            <a:normAutofit/>
          </a:bodyPr>
          <a:lstStyle/>
          <a:p>
            <a:pPr>
              <a:lnSpc>
                <a:spcPct val="90000"/>
              </a:lnSpc>
            </a:pPr>
            <a:r>
              <a:rPr lang="en-IN" sz="3300">
                <a:solidFill>
                  <a:srgbClr val="2F5496"/>
                </a:solidFill>
                <a:latin typeface="Calibri"/>
                <a:ea typeface="Calibri"/>
                <a:cs typeface="Calibri"/>
                <a:sym typeface="Calibri"/>
              </a:rPr>
              <a:t>A Quick Recap</a:t>
            </a:r>
            <a:endParaRPr sz="3300"/>
          </a:p>
        </p:txBody>
      </p:sp>
      <p:grpSp>
        <p:nvGrpSpPr>
          <p:cNvPr id="754" name="Google Shape;754;p30"/>
          <p:cNvGrpSpPr/>
          <p:nvPr/>
        </p:nvGrpSpPr>
        <p:grpSpPr>
          <a:xfrm>
            <a:off x="628560" y="1690562"/>
            <a:ext cx="7886700" cy="4351337"/>
            <a:chOff x="0" y="0"/>
            <a:chExt cx="7886700" cy="4351337"/>
          </a:xfrm>
        </p:grpSpPr>
        <p:cxnSp>
          <p:nvCxnSpPr>
            <p:cNvPr id="755" name="Google Shape;755;p30"/>
            <p:cNvCxnSpPr/>
            <p:nvPr/>
          </p:nvCxnSpPr>
          <p:spPr>
            <a:xfrm>
              <a:off x="0" y="0"/>
              <a:ext cx="7886700" cy="0"/>
            </a:xfrm>
            <a:prstGeom prst="straightConnector1">
              <a:avLst/>
            </a:prstGeom>
            <a:solidFill>
              <a:schemeClr val="accent2"/>
            </a:solidFill>
            <a:ln w="25400" cap="flat" cmpd="sng">
              <a:solidFill>
                <a:schemeClr val="accent2"/>
              </a:solidFill>
              <a:prstDash val="solid"/>
              <a:miter lim="8000"/>
              <a:headEnd type="none" w="sm" len="sm"/>
              <a:tailEnd type="none" w="sm" len="sm"/>
            </a:ln>
          </p:spPr>
        </p:cxnSp>
        <p:sp>
          <p:nvSpPr>
            <p:cNvPr id="756" name="Google Shape;756;p30"/>
            <p:cNvSpPr/>
            <p:nvPr/>
          </p:nvSpPr>
          <p:spPr>
            <a:xfrm>
              <a:off x="0" y="0"/>
              <a:ext cx="7886700" cy="543917"/>
            </a:xfrm>
            <a:prstGeom prst="rect">
              <a:avLst/>
            </a:prstGeom>
            <a:noFill/>
            <a:ln>
              <a:noFill/>
            </a:ln>
          </p:spPr>
          <p:txBody>
            <a:bodyPr spcFirstLastPara="1" wrap="square" lIns="91425" tIns="91425" rIns="91425" bIns="91425" anchor="ctr" anchorCtr="0">
              <a:noAutofit/>
            </a:bodyPr>
            <a:lstStyle/>
            <a:p>
              <a:endParaRPr/>
            </a:p>
          </p:txBody>
        </p:sp>
        <p:sp>
          <p:nvSpPr>
            <p:cNvPr id="757" name="Google Shape;757;p30"/>
            <p:cNvSpPr txBox="1"/>
            <p:nvPr/>
          </p:nvSpPr>
          <p:spPr>
            <a:xfrm>
              <a:off x="0" y="0"/>
              <a:ext cx="7886700" cy="543917"/>
            </a:xfrm>
            <a:prstGeom prst="rect">
              <a:avLst/>
            </a:prstGeom>
            <a:noFill/>
            <a:ln>
              <a:noFill/>
            </a:ln>
          </p:spPr>
          <p:txBody>
            <a:bodyPr spcFirstLastPara="1" wrap="square" lIns="83800" tIns="83800" rIns="83800" bIns="83800" anchor="t" anchorCtr="0">
              <a:noAutofit/>
            </a:bodyPr>
            <a:lstStyle/>
            <a:p>
              <a:pPr>
                <a:lnSpc>
                  <a:spcPct val="90000"/>
                </a:lnSpc>
                <a:buSzPts val="2200"/>
              </a:pPr>
              <a:r>
                <a:rPr lang="en-IN" sz="2200"/>
                <a:t>Why presentation program</a:t>
              </a:r>
              <a:endParaRPr sz="2200"/>
            </a:p>
          </p:txBody>
        </p:sp>
        <p:cxnSp>
          <p:nvCxnSpPr>
            <p:cNvPr id="758" name="Google Shape;758;p30"/>
            <p:cNvCxnSpPr/>
            <p:nvPr/>
          </p:nvCxnSpPr>
          <p:spPr>
            <a:xfrm>
              <a:off x="0" y="543917"/>
              <a:ext cx="7886700" cy="0"/>
            </a:xfrm>
            <a:prstGeom prst="straightConnector1">
              <a:avLst/>
            </a:prstGeom>
            <a:solidFill>
              <a:schemeClr val="accent3"/>
            </a:solidFill>
            <a:ln w="25400" cap="flat" cmpd="sng">
              <a:solidFill>
                <a:schemeClr val="accent3"/>
              </a:solidFill>
              <a:prstDash val="solid"/>
              <a:miter lim="8000"/>
              <a:headEnd type="none" w="sm" len="sm"/>
              <a:tailEnd type="none" w="sm" len="sm"/>
            </a:ln>
          </p:spPr>
        </p:cxnSp>
        <p:sp>
          <p:nvSpPr>
            <p:cNvPr id="759" name="Google Shape;759;p30"/>
            <p:cNvSpPr/>
            <p:nvPr/>
          </p:nvSpPr>
          <p:spPr>
            <a:xfrm>
              <a:off x="0" y="543917"/>
              <a:ext cx="7886700" cy="543917"/>
            </a:xfrm>
            <a:prstGeom prst="rect">
              <a:avLst/>
            </a:prstGeom>
            <a:noFill/>
            <a:ln>
              <a:noFill/>
            </a:ln>
          </p:spPr>
          <p:txBody>
            <a:bodyPr spcFirstLastPara="1" wrap="square" lIns="91425" tIns="91425" rIns="91425" bIns="91425" anchor="ctr" anchorCtr="0">
              <a:noAutofit/>
            </a:bodyPr>
            <a:lstStyle/>
            <a:p>
              <a:endParaRPr/>
            </a:p>
          </p:txBody>
        </p:sp>
        <p:sp>
          <p:nvSpPr>
            <p:cNvPr id="760" name="Google Shape;760;p30"/>
            <p:cNvSpPr txBox="1"/>
            <p:nvPr/>
          </p:nvSpPr>
          <p:spPr>
            <a:xfrm>
              <a:off x="0" y="543917"/>
              <a:ext cx="7886700" cy="543917"/>
            </a:xfrm>
            <a:prstGeom prst="rect">
              <a:avLst/>
            </a:prstGeom>
            <a:noFill/>
            <a:ln>
              <a:noFill/>
            </a:ln>
          </p:spPr>
          <p:txBody>
            <a:bodyPr spcFirstLastPara="1" wrap="square" lIns="83800" tIns="83800" rIns="83800" bIns="83800" anchor="t" anchorCtr="0">
              <a:noAutofit/>
            </a:bodyPr>
            <a:lstStyle/>
            <a:p>
              <a:pPr>
                <a:lnSpc>
                  <a:spcPct val="90000"/>
                </a:lnSpc>
                <a:buSzPts val="2200"/>
              </a:pPr>
              <a:r>
                <a:rPr lang="en-IN" sz="2200"/>
                <a:t>Getting started with PowerPoint – Opening, Interface, Saving</a:t>
              </a:r>
              <a:endParaRPr sz="2200"/>
            </a:p>
          </p:txBody>
        </p:sp>
        <p:cxnSp>
          <p:nvCxnSpPr>
            <p:cNvPr id="761" name="Google Shape;761;p30"/>
            <p:cNvCxnSpPr/>
            <p:nvPr/>
          </p:nvCxnSpPr>
          <p:spPr>
            <a:xfrm>
              <a:off x="0" y="1087834"/>
              <a:ext cx="7886700" cy="0"/>
            </a:xfrm>
            <a:prstGeom prst="straightConnector1">
              <a:avLst/>
            </a:prstGeom>
            <a:solidFill>
              <a:schemeClr val="accent4"/>
            </a:solidFill>
            <a:ln w="25400" cap="flat" cmpd="sng">
              <a:solidFill>
                <a:schemeClr val="accent4"/>
              </a:solidFill>
              <a:prstDash val="solid"/>
              <a:miter lim="8000"/>
              <a:headEnd type="none" w="sm" len="sm"/>
              <a:tailEnd type="none" w="sm" len="sm"/>
            </a:ln>
          </p:spPr>
        </p:cxnSp>
        <p:sp>
          <p:nvSpPr>
            <p:cNvPr id="762" name="Google Shape;762;p30"/>
            <p:cNvSpPr/>
            <p:nvPr/>
          </p:nvSpPr>
          <p:spPr>
            <a:xfrm>
              <a:off x="0" y="1087834"/>
              <a:ext cx="7886700" cy="543917"/>
            </a:xfrm>
            <a:prstGeom prst="rect">
              <a:avLst/>
            </a:prstGeom>
            <a:noFill/>
            <a:ln>
              <a:noFill/>
            </a:ln>
          </p:spPr>
          <p:txBody>
            <a:bodyPr spcFirstLastPara="1" wrap="square" lIns="91425" tIns="91425" rIns="91425" bIns="91425" anchor="ctr" anchorCtr="0">
              <a:noAutofit/>
            </a:bodyPr>
            <a:lstStyle/>
            <a:p>
              <a:endParaRPr/>
            </a:p>
          </p:txBody>
        </p:sp>
        <p:sp>
          <p:nvSpPr>
            <p:cNvPr id="763" name="Google Shape;763;p30"/>
            <p:cNvSpPr txBox="1"/>
            <p:nvPr/>
          </p:nvSpPr>
          <p:spPr>
            <a:xfrm>
              <a:off x="0" y="1087834"/>
              <a:ext cx="7886700" cy="543917"/>
            </a:xfrm>
            <a:prstGeom prst="rect">
              <a:avLst/>
            </a:prstGeom>
            <a:noFill/>
            <a:ln>
              <a:noFill/>
            </a:ln>
          </p:spPr>
          <p:txBody>
            <a:bodyPr spcFirstLastPara="1" wrap="square" lIns="83800" tIns="83800" rIns="83800" bIns="83800" anchor="t" anchorCtr="0">
              <a:noAutofit/>
            </a:bodyPr>
            <a:lstStyle/>
            <a:p>
              <a:pPr>
                <a:lnSpc>
                  <a:spcPct val="90000"/>
                </a:lnSpc>
                <a:buSzPts val="2200"/>
              </a:pPr>
              <a:r>
                <a:rPr lang="en-IN" sz="2200"/>
                <a:t>Working with Slides – Layout, Formatting</a:t>
              </a:r>
              <a:endParaRPr sz="2200"/>
            </a:p>
          </p:txBody>
        </p:sp>
        <p:cxnSp>
          <p:nvCxnSpPr>
            <p:cNvPr id="764" name="Google Shape;764;p30"/>
            <p:cNvCxnSpPr/>
            <p:nvPr/>
          </p:nvCxnSpPr>
          <p:spPr>
            <a:xfrm>
              <a:off x="0" y="1631751"/>
              <a:ext cx="7886700" cy="0"/>
            </a:xfrm>
            <a:prstGeom prst="straightConnector1">
              <a:avLst/>
            </a:prstGeom>
            <a:solidFill>
              <a:srgbClr val="599BD5"/>
            </a:solidFill>
            <a:ln w="25400" cap="flat" cmpd="sng">
              <a:solidFill>
                <a:srgbClr val="599BD5"/>
              </a:solidFill>
              <a:prstDash val="solid"/>
              <a:miter lim="8000"/>
              <a:headEnd type="none" w="sm" len="sm"/>
              <a:tailEnd type="none" w="sm" len="sm"/>
            </a:ln>
          </p:spPr>
        </p:cxnSp>
        <p:sp>
          <p:nvSpPr>
            <p:cNvPr id="765" name="Google Shape;765;p30"/>
            <p:cNvSpPr/>
            <p:nvPr/>
          </p:nvSpPr>
          <p:spPr>
            <a:xfrm>
              <a:off x="0" y="1631751"/>
              <a:ext cx="7886700" cy="543917"/>
            </a:xfrm>
            <a:prstGeom prst="rect">
              <a:avLst/>
            </a:prstGeom>
            <a:noFill/>
            <a:ln>
              <a:noFill/>
            </a:ln>
          </p:spPr>
          <p:txBody>
            <a:bodyPr spcFirstLastPara="1" wrap="square" lIns="91425" tIns="91425" rIns="91425" bIns="91425" anchor="ctr" anchorCtr="0">
              <a:noAutofit/>
            </a:bodyPr>
            <a:lstStyle/>
            <a:p>
              <a:endParaRPr/>
            </a:p>
          </p:txBody>
        </p:sp>
        <p:sp>
          <p:nvSpPr>
            <p:cNvPr id="766" name="Google Shape;766;p30"/>
            <p:cNvSpPr txBox="1"/>
            <p:nvPr/>
          </p:nvSpPr>
          <p:spPr>
            <a:xfrm>
              <a:off x="0" y="1631751"/>
              <a:ext cx="7886700" cy="543917"/>
            </a:xfrm>
            <a:prstGeom prst="rect">
              <a:avLst/>
            </a:prstGeom>
            <a:noFill/>
            <a:ln>
              <a:noFill/>
            </a:ln>
          </p:spPr>
          <p:txBody>
            <a:bodyPr spcFirstLastPara="1" wrap="square" lIns="83800" tIns="83800" rIns="83800" bIns="83800" anchor="t" anchorCtr="0">
              <a:noAutofit/>
            </a:bodyPr>
            <a:lstStyle/>
            <a:p>
              <a:pPr>
                <a:lnSpc>
                  <a:spcPct val="90000"/>
                </a:lnSpc>
                <a:buSzPts val="2200"/>
              </a:pPr>
              <a:r>
                <a:rPr lang="en-IN" sz="2200"/>
                <a:t>Entering, editing and formatting text</a:t>
              </a:r>
              <a:endParaRPr sz="2200"/>
            </a:p>
          </p:txBody>
        </p:sp>
        <p:cxnSp>
          <p:nvCxnSpPr>
            <p:cNvPr id="767" name="Google Shape;767;p30"/>
            <p:cNvCxnSpPr/>
            <p:nvPr/>
          </p:nvCxnSpPr>
          <p:spPr>
            <a:xfrm>
              <a:off x="0" y="2175669"/>
              <a:ext cx="7886700" cy="0"/>
            </a:xfrm>
            <a:prstGeom prst="straightConnector1">
              <a:avLst/>
            </a:prstGeom>
            <a:solidFill>
              <a:schemeClr val="accent6"/>
            </a:solidFill>
            <a:ln w="25400" cap="flat" cmpd="sng">
              <a:solidFill>
                <a:schemeClr val="accent6"/>
              </a:solidFill>
              <a:prstDash val="solid"/>
              <a:miter lim="8000"/>
              <a:headEnd type="none" w="sm" len="sm"/>
              <a:tailEnd type="none" w="sm" len="sm"/>
            </a:ln>
          </p:spPr>
        </p:cxnSp>
        <p:sp>
          <p:nvSpPr>
            <p:cNvPr id="768" name="Google Shape;768;p30"/>
            <p:cNvSpPr/>
            <p:nvPr/>
          </p:nvSpPr>
          <p:spPr>
            <a:xfrm>
              <a:off x="0" y="2175669"/>
              <a:ext cx="7886700" cy="543917"/>
            </a:xfrm>
            <a:prstGeom prst="rect">
              <a:avLst/>
            </a:prstGeom>
            <a:noFill/>
            <a:ln>
              <a:noFill/>
            </a:ln>
          </p:spPr>
          <p:txBody>
            <a:bodyPr spcFirstLastPara="1" wrap="square" lIns="91425" tIns="91425" rIns="91425" bIns="91425" anchor="ctr" anchorCtr="0">
              <a:noAutofit/>
            </a:bodyPr>
            <a:lstStyle/>
            <a:p>
              <a:endParaRPr/>
            </a:p>
          </p:txBody>
        </p:sp>
        <p:sp>
          <p:nvSpPr>
            <p:cNvPr id="769" name="Google Shape;769;p30"/>
            <p:cNvSpPr txBox="1"/>
            <p:nvPr/>
          </p:nvSpPr>
          <p:spPr>
            <a:xfrm>
              <a:off x="0" y="2175669"/>
              <a:ext cx="7886700" cy="543917"/>
            </a:xfrm>
            <a:prstGeom prst="rect">
              <a:avLst/>
            </a:prstGeom>
            <a:noFill/>
            <a:ln>
              <a:noFill/>
            </a:ln>
          </p:spPr>
          <p:txBody>
            <a:bodyPr spcFirstLastPara="1" wrap="square" lIns="83800" tIns="83800" rIns="83800" bIns="83800" anchor="t" anchorCtr="0">
              <a:noAutofit/>
            </a:bodyPr>
            <a:lstStyle/>
            <a:p>
              <a:pPr>
                <a:lnSpc>
                  <a:spcPct val="90000"/>
                </a:lnSpc>
                <a:buSzPts val="2200"/>
              </a:pPr>
              <a:r>
                <a:rPr lang="en-IN" sz="2200"/>
                <a:t>Adding Graphic elements – Images, Shapes, SmartArt</a:t>
              </a:r>
              <a:endParaRPr sz="2200"/>
            </a:p>
          </p:txBody>
        </p:sp>
        <p:cxnSp>
          <p:nvCxnSpPr>
            <p:cNvPr id="770" name="Google Shape;770;p30"/>
            <p:cNvCxnSpPr/>
            <p:nvPr/>
          </p:nvCxnSpPr>
          <p:spPr>
            <a:xfrm>
              <a:off x="0" y="2719586"/>
              <a:ext cx="7886700" cy="0"/>
            </a:xfrm>
            <a:prstGeom prst="straightConnector1">
              <a:avLst/>
            </a:prstGeom>
            <a:solidFill>
              <a:schemeClr val="accent2"/>
            </a:solidFill>
            <a:ln w="25400" cap="flat" cmpd="sng">
              <a:solidFill>
                <a:schemeClr val="accent2"/>
              </a:solidFill>
              <a:prstDash val="solid"/>
              <a:miter lim="8000"/>
              <a:headEnd type="none" w="sm" len="sm"/>
              <a:tailEnd type="none" w="sm" len="sm"/>
            </a:ln>
          </p:spPr>
        </p:cxnSp>
        <p:sp>
          <p:nvSpPr>
            <p:cNvPr id="771" name="Google Shape;771;p30"/>
            <p:cNvSpPr/>
            <p:nvPr/>
          </p:nvSpPr>
          <p:spPr>
            <a:xfrm>
              <a:off x="0" y="2719586"/>
              <a:ext cx="7886700" cy="543917"/>
            </a:xfrm>
            <a:prstGeom prst="rect">
              <a:avLst/>
            </a:prstGeom>
            <a:noFill/>
            <a:ln>
              <a:noFill/>
            </a:ln>
          </p:spPr>
          <p:txBody>
            <a:bodyPr spcFirstLastPara="1" wrap="square" lIns="91425" tIns="91425" rIns="91425" bIns="91425" anchor="ctr" anchorCtr="0">
              <a:noAutofit/>
            </a:bodyPr>
            <a:lstStyle/>
            <a:p>
              <a:endParaRPr/>
            </a:p>
          </p:txBody>
        </p:sp>
        <p:sp>
          <p:nvSpPr>
            <p:cNvPr id="772" name="Google Shape;772;p30"/>
            <p:cNvSpPr txBox="1"/>
            <p:nvPr/>
          </p:nvSpPr>
          <p:spPr>
            <a:xfrm>
              <a:off x="0" y="2719586"/>
              <a:ext cx="7886700" cy="543917"/>
            </a:xfrm>
            <a:prstGeom prst="rect">
              <a:avLst/>
            </a:prstGeom>
            <a:noFill/>
            <a:ln>
              <a:noFill/>
            </a:ln>
          </p:spPr>
          <p:txBody>
            <a:bodyPr spcFirstLastPara="1" wrap="square" lIns="83800" tIns="83800" rIns="83800" bIns="83800" anchor="t" anchorCtr="0">
              <a:noAutofit/>
            </a:bodyPr>
            <a:lstStyle/>
            <a:p>
              <a:pPr>
                <a:lnSpc>
                  <a:spcPct val="90000"/>
                </a:lnSpc>
                <a:buSzPts val="2200"/>
              </a:pPr>
              <a:r>
                <a:rPr lang="en-IN" sz="2200"/>
                <a:t>Slide navigation and Slide View</a:t>
              </a:r>
              <a:endParaRPr sz="2200"/>
            </a:p>
          </p:txBody>
        </p:sp>
        <p:cxnSp>
          <p:nvCxnSpPr>
            <p:cNvPr id="773" name="Google Shape;773;p30"/>
            <p:cNvCxnSpPr/>
            <p:nvPr/>
          </p:nvCxnSpPr>
          <p:spPr>
            <a:xfrm>
              <a:off x="0" y="3263503"/>
              <a:ext cx="7886700" cy="0"/>
            </a:xfrm>
            <a:prstGeom prst="straightConnector1">
              <a:avLst/>
            </a:prstGeom>
            <a:solidFill>
              <a:schemeClr val="accent3"/>
            </a:solidFill>
            <a:ln w="25400" cap="flat" cmpd="sng">
              <a:solidFill>
                <a:schemeClr val="accent3"/>
              </a:solidFill>
              <a:prstDash val="solid"/>
              <a:miter lim="8000"/>
              <a:headEnd type="none" w="sm" len="sm"/>
              <a:tailEnd type="none" w="sm" len="sm"/>
            </a:ln>
          </p:spPr>
        </p:cxnSp>
        <p:sp>
          <p:nvSpPr>
            <p:cNvPr id="774" name="Google Shape;774;p30"/>
            <p:cNvSpPr/>
            <p:nvPr/>
          </p:nvSpPr>
          <p:spPr>
            <a:xfrm>
              <a:off x="0" y="3263503"/>
              <a:ext cx="7886700" cy="543917"/>
            </a:xfrm>
            <a:prstGeom prst="rect">
              <a:avLst/>
            </a:prstGeom>
            <a:noFill/>
            <a:ln>
              <a:noFill/>
            </a:ln>
          </p:spPr>
          <p:txBody>
            <a:bodyPr spcFirstLastPara="1" wrap="square" lIns="91425" tIns="91425" rIns="91425" bIns="91425" anchor="ctr" anchorCtr="0">
              <a:noAutofit/>
            </a:bodyPr>
            <a:lstStyle/>
            <a:p>
              <a:endParaRPr/>
            </a:p>
          </p:txBody>
        </p:sp>
        <p:sp>
          <p:nvSpPr>
            <p:cNvPr id="775" name="Google Shape;775;p30"/>
            <p:cNvSpPr txBox="1"/>
            <p:nvPr/>
          </p:nvSpPr>
          <p:spPr>
            <a:xfrm>
              <a:off x="0" y="3263503"/>
              <a:ext cx="7886700" cy="543917"/>
            </a:xfrm>
            <a:prstGeom prst="rect">
              <a:avLst/>
            </a:prstGeom>
            <a:noFill/>
            <a:ln>
              <a:noFill/>
            </a:ln>
          </p:spPr>
          <p:txBody>
            <a:bodyPr spcFirstLastPara="1" wrap="square" lIns="83800" tIns="83800" rIns="83800" bIns="83800" anchor="t" anchorCtr="0">
              <a:noAutofit/>
            </a:bodyPr>
            <a:lstStyle/>
            <a:p>
              <a:pPr>
                <a:lnSpc>
                  <a:spcPct val="90000"/>
                </a:lnSpc>
                <a:buSzPts val="2200"/>
              </a:pPr>
              <a:r>
                <a:rPr lang="en-IN" sz="2200"/>
                <a:t>Slide Show</a:t>
              </a:r>
              <a:endParaRPr sz="2200"/>
            </a:p>
          </p:txBody>
        </p:sp>
        <p:cxnSp>
          <p:nvCxnSpPr>
            <p:cNvPr id="776" name="Google Shape;776;p30"/>
            <p:cNvCxnSpPr/>
            <p:nvPr/>
          </p:nvCxnSpPr>
          <p:spPr>
            <a:xfrm>
              <a:off x="0" y="3807420"/>
              <a:ext cx="7886700" cy="0"/>
            </a:xfrm>
            <a:prstGeom prst="straightConnector1">
              <a:avLst/>
            </a:prstGeom>
            <a:solidFill>
              <a:schemeClr val="accent4"/>
            </a:solidFill>
            <a:ln w="25400" cap="flat" cmpd="sng">
              <a:solidFill>
                <a:schemeClr val="accent4"/>
              </a:solidFill>
              <a:prstDash val="solid"/>
              <a:miter lim="8000"/>
              <a:headEnd type="none" w="sm" len="sm"/>
              <a:tailEnd type="none" w="sm" len="sm"/>
            </a:ln>
          </p:spPr>
        </p:cxnSp>
        <p:sp>
          <p:nvSpPr>
            <p:cNvPr id="777" name="Google Shape;777;p30"/>
            <p:cNvSpPr/>
            <p:nvPr/>
          </p:nvSpPr>
          <p:spPr>
            <a:xfrm>
              <a:off x="0" y="3807420"/>
              <a:ext cx="7886700" cy="543917"/>
            </a:xfrm>
            <a:prstGeom prst="rect">
              <a:avLst/>
            </a:prstGeom>
            <a:noFill/>
            <a:ln>
              <a:noFill/>
            </a:ln>
          </p:spPr>
          <p:txBody>
            <a:bodyPr spcFirstLastPara="1" wrap="square" lIns="91425" tIns="91425" rIns="91425" bIns="91425" anchor="ctr" anchorCtr="0">
              <a:noAutofit/>
            </a:bodyPr>
            <a:lstStyle/>
            <a:p>
              <a:endParaRPr/>
            </a:p>
          </p:txBody>
        </p:sp>
        <p:sp>
          <p:nvSpPr>
            <p:cNvPr id="778" name="Google Shape;778;p30"/>
            <p:cNvSpPr txBox="1"/>
            <p:nvPr/>
          </p:nvSpPr>
          <p:spPr>
            <a:xfrm>
              <a:off x="0" y="3807420"/>
              <a:ext cx="7886700" cy="543917"/>
            </a:xfrm>
            <a:prstGeom prst="rect">
              <a:avLst/>
            </a:prstGeom>
            <a:noFill/>
            <a:ln>
              <a:noFill/>
            </a:ln>
          </p:spPr>
          <p:txBody>
            <a:bodyPr spcFirstLastPara="1" wrap="square" lIns="83800" tIns="83800" rIns="83800" bIns="83800" anchor="t" anchorCtr="0">
              <a:noAutofit/>
            </a:bodyPr>
            <a:lstStyle/>
            <a:p>
              <a:pPr>
                <a:lnSpc>
                  <a:spcPct val="90000"/>
                </a:lnSpc>
                <a:buSzPts val="2200"/>
              </a:pPr>
              <a:r>
                <a:rPr lang="en-IN" sz="2200"/>
                <a:t>Printing presentation</a:t>
              </a:r>
              <a:endParaRPr sz="2200"/>
            </a:p>
          </p:txBody>
        </p:sp>
      </p:grpSp>
      <p:pic>
        <p:nvPicPr>
          <p:cNvPr id="779" name="Google Shape;779;p30"/>
          <p:cNvPicPr preferRelativeResize="0"/>
          <p:nvPr/>
        </p:nvPicPr>
        <p:blipFill rotWithShape="1">
          <a:blip r:embed="rId4">
            <a:alphaModFix/>
          </a:blip>
          <a:srcRect l="9273" t="30771" r="9093" b="34965"/>
          <a:stretch/>
        </p:blipFill>
        <p:spPr>
          <a:xfrm>
            <a:off x="0" y="9302"/>
            <a:ext cx="1948200" cy="612600"/>
          </a:xfrm>
          <a:prstGeom prst="roundRect">
            <a:avLst>
              <a:gd name="adj" fmla="val 8594"/>
            </a:avLst>
          </a:prstGeom>
          <a:solidFill>
            <a:srgbClr val="ECECEC"/>
          </a:solidFill>
          <a:ln>
            <a:noFill/>
          </a:ln>
          <a:effectLst>
            <a:reflection stA="38000" endPos="28000" dist="5000" dir="5400000" fadeDir="5400012" sy="-100000" algn="bl" rotWithShape="0"/>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783"/>
        <p:cNvGrpSpPr/>
        <p:nvPr/>
      </p:nvGrpSpPr>
      <p:grpSpPr>
        <a:xfrm>
          <a:off x="0" y="0"/>
          <a:ext cx="0" cy="0"/>
          <a:chOff x="0" y="0"/>
          <a:chExt cx="0" cy="0"/>
        </a:xfrm>
      </p:grpSpPr>
      <p:pic>
        <p:nvPicPr>
          <p:cNvPr id="784" name="Google Shape;784;p31"/>
          <p:cNvPicPr preferRelativeResize="0"/>
          <p:nvPr/>
        </p:nvPicPr>
        <p:blipFill rotWithShape="1">
          <a:blip r:embed="rId3">
            <a:alphaModFix/>
          </a:blip>
          <a:srcRect l="23732" t="16973" r="14759" b="12401"/>
          <a:stretch/>
        </p:blipFill>
        <p:spPr>
          <a:xfrm>
            <a:off x="7811640" y="45000"/>
            <a:ext cx="1305720" cy="807840"/>
          </a:xfrm>
          <a:prstGeom prst="rect">
            <a:avLst/>
          </a:prstGeom>
          <a:noFill/>
          <a:ln>
            <a:noFill/>
          </a:ln>
        </p:spPr>
      </p:pic>
      <p:sp>
        <p:nvSpPr>
          <p:cNvPr id="785" name="Google Shape;785;p31"/>
          <p:cNvSpPr/>
          <p:nvPr/>
        </p:nvSpPr>
        <p:spPr>
          <a:xfrm>
            <a:off x="759600" y="843480"/>
            <a:ext cx="7622280" cy="5677024"/>
          </a:xfrm>
          <a:prstGeom prst="rect">
            <a:avLst/>
          </a:prstGeom>
          <a:noFill/>
          <a:ln>
            <a:noFill/>
          </a:ln>
        </p:spPr>
        <p:txBody>
          <a:bodyPr spcFirstLastPara="1" wrap="square" lIns="90000" tIns="45000" rIns="90000" bIns="45000" anchor="t" anchorCtr="0">
            <a:spAutoFit/>
          </a:bodyPr>
          <a:lstStyle/>
          <a:p>
            <a:pPr marL="343080" indent="-340560">
              <a:buSzPts val="1800"/>
              <a:buFont typeface="Calibri"/>
              <a:buAutoNum type="arabicPeriod"/>
            </a:pPr>
            <a:r>
              <a:rPr lang="en-IN" sz="1800" b="1">
                <a:latin typeface="Calibri"/>
                <a:ea typeface="Calibri"/>
                <a:cs typeface="Calibri"/>
                <a:sym typeface="Calibri"/>
              </a:rPr>
              <a:t>Which session in FirstLeap has had the maximum impact on you and why? </a:t>
            </a:r>
            <a:r>
              <a:rPr lang="en-IN" sz="1800">
                <a:solidFill>
                  <a:srgbClr val="2F5496"/>
                </a:solidFill>
                <a:latin typeface="Calibri"/>
                <a:ea typeface="Calibri"/>
                <a:cs typeface="Calibri"/>
                <a:sym typeface="Calibri"/>
              </a:rPr>
              <a:t>(</a:t>
            </a:r>
            <a:r>
              <a:rPr lang="en-IN" sz="1600">
                <a:solidFill>
                  <a:srgbClr val="2F5496"/>
                </a:solidFill>
                <a:latin typeface="Calibri"/>
                <a:ea typeface="Calibri"/>
                <a:cs typeface="Calibri"/>
                <a:sym typeface="Calibri"/>
              </a:rPr>
              <a:t>Write about this session, your learnings, and how you are implementing it in your day to day life.) </a:t>
            </a:r>
            <a:endParaRPr sz="1600"/>
          </a:p>
          <a:p>
            <a:pPr marL="343080" indent="-340560">
              <a:spcBef>
                <a:spcPts val="1800"/>
              </a:spcBef>
              <a:buSzPts val="1800"/>
              <a:buFont typeface="Calibri"/>
              <a:buAutoNum type="arabicPeriod"/>
            </a:pPr>
            <a:r>
              <a:rPr lang="en-IN" sz="1800" b="1">
                <a:latin typeface="Calibri"/>
                <a:ea typeface="Calibri"/>
                <a:cs typeface="Calibri"/>
                <a:sym typeface="Calibri"/>
              </a:rPr>
              <a:t>What are the top 3 learnings you will take back from FirstLeap? </a:t>
            </a:r>
            <a:r>
              <a:rPr lang="en-IN" sz="1800">
                <a:solidFill>
                  <a:srgbClr val="2F5496"/>
                </a:solidFill>
                <a:latin typeface="Calibri"/>
                <a:ea typeface="Calibri"/>
                <a:cs typeface="Calibri"/>
                <a:sym typeface="Calibri"/>
              </a:rPr>
              <a:t>(</a:t>
            </a:r>
            <a:r>
              <a:rPr lang="en-IN" sz="1600">
                <a:solidFill>
                  <a:srgbClr val="2F5496"/>
                </a:solidFill>
                <a:latin typeface="Calibri"/>
                <a:ea typeface="Calibri"/>
                <a:cs typeface="Calibri"/>
                <a:sym typeface="Calibri"/>
              </a:rPr>
              <a:t>Share about each learning in detail, and how you are implementing it in your day to day life? Do you think these learnings will change things for the positive in your personal or professional life?)</a:t>
            </a:r>
            <a:endParaRPr sz="1600"/>
          </a:p>
          <a:p>
            <a:pPr marL="343080" indent="-340560">
              <a:spcBef>
                <a:spcPts val="1800"/>
              </a:spcBef>
              <a:buSzPts val="1800"/>
              <a:buFont typeface="Calibri"/>
              <a:buAutoNum type="arabicPeriod"/>
            </a:pPr>
            <a:r>
              <a:rPr lang="en-IN" sz="1800" b="1">
                <a:latin typeface="Calibri"/>
                <a:ea typeface="Calibri"/>
                <a:cs typeface="Calibri"/>
                <a:sym typeface="Calibri"/>
              </a:rPr>
              <a:t>What are the top 3 skills you have learnt in the FirstLeap sessions?</a:t>
            </a:r>
            <a:r>
              <a:rPr lang="en-IN" sz="1800">
                <a:latin typeface="Calibri"/>
                <a:ea typeface="Calibri"/>
                <a:cs typeface="Calibri"/>
                <a:sym typeface="Calibri"/>
              </a:rPr>
              <a:t> </a:t>
            </a:r>
            <a:r>
              <a:rPr lang="en-IN" sz="1800">
                <a:solidFill>
                  <a:srgbClr val="2F5496"/>
                </a:solidFill>
                <a:latin typeface="Calibri"/>
                <a:ea typeface="Calibri"/>
                <a:cs typeface="Calibri"/>
                <a:sym typeface="Calibri"/>
              </a:rPr>
              <a:t>(</a:t>
            </a:r>
            <a:r>
              <a:rPr lang="en-IN" sz="1600">
                <a:solidFill>
                  <a:srgbClr val="2F5496"/>
                </a:solidFill>
                <a:latin typeface="Calibri"/>
                <a:ea typeface="Calibri"/>
                <a:cs typeface="Calibri"/>
                <a:sym typeface="Calibri"/>
              </a:rPr>
              <a:t>Share in detail what these skills are. How do you think attaining these skills can support you in your personal and professional life.)</a:t>
            </a:r>
            <a:endParaRPr sz="1600"/>
          </a:p>
          <a:p>
            <a:pPr marL="343080" indent="-340560">
              <a:spcBef>
                <a:spcPts val="1800"/>
              </a:spcBef>
              <a:buSzPts val="1800"/>
              <a:buFont typeface="Calibri"/>
              <a:buAutoNum type="arabicPeriod"/>
            </a:pPr>
            <a:r>
              <a:rPr lang="en-IN" sz="1800" b="1">
                <a:latin typeface="Calibri"/>
                <a:ea typeface="Calibri"/>
                <a:cs typeface="Calibri"/>
                <a:sym typeface="Calibri"/>
              </a:rPr>
              <a:t>How has FirstLeap helped you in becoming more confident to apply for jobs?</a:t>
            </a:r>
            <a:r>
              <a:rPr lang="en-IN" sz="1800">
                <a:latin typeface="Calibri"/>
                <a:ea typeface="Calibri"/>
                <a:cs typeface="Calibri"/>
                <a:sym typeface="Calibri"/>
              </a:rPr>
              <a:t> </a:t>
            </a:r>
            <a:r>
              <a:rPr lang="en-IN" sz="1800">
                <a:solidFill>
                  <a:srgbClr val="2F5496"/>
                </a:solidFill>
                <a:latin typeface="Calibri"/>
                <a:ea typeface="Calibri"/>
                <a:cs typeface="Calibri"/>
                <a:sym typeface="Calibri"/>
              </a:rPr>
              <a:t>(</a:t>
            </a:r>
            <a:r>
              <a:rPr lang="en-IN" sz="1600">
                <a:solidFill>
                  <a:srgbClr val="2F5496"/>
                </a:solidFill>
                <a:latin typeface="Calibri"/>
                <a:ea typeface="Calibri"/>
                <a:cs typeface="Calibri"/>
                <a:sym typeface="Calibri"/>
              </a:rPr>
              <a:t>What are the kind of skills, values, principles, structures, tools etc. you have learnt here that have helped you become confident?)</a:t>
            </a:r>
            <a:endParaRPr sz="1600"/>
          </a:p>
          <a:p>
            <a:pPr marL="343080" indent="-340560">
              <a:spcBef>
                <a:spcPts val="1800"/>
              </a:spcBef>
              <a:buSzPts val="1800"/>
              <a:buFont typeface="Calibri"/>
              <a:buAutoNum type="arabicPeriod"/>
            </a:pPr>
            <a:r>
              <a:rPr lang="en-IN" sz="1800" b="1">
                <a:latin typeface="Calibri"/>
                <a:ea typeface="Calibri"/>
                <a:cs typeface="Calibri"/>
                <a:sym typeface="Calibri"/>
              </a:rPr>
              <a:t>How has FirstLeap contributed to your personal growth?</a:t>
            </a:r>
            <a:r>
              <a:rPr lang="en-IN" sz="1800">
                <a:latin typeface="Calibri"/>
                <a:ea typeface="Calibri"/>
                <a:cs typeface="Calibri"/>
                <a:sym typeface="Calibri"/>
              </a:rPr>
              <a:t> </a:t>
            </a:r>
            <a:r>
              <a:rPr lang="en-IN" sz="1800">
                <a:solidFill>
                  <a:srgbClr val="2F5496"/>
                </a:solidFill>
                <a:latin typeface="Calibri"/>
                <a:ea typeface="Calibri"/>
                <a:cs typeface="Calibri"/>
                <a:sym typeface="Calibri"/>
              </a:rPr>
              <a:t>(</a:t>
            </a:r>
            <a:r>
              <a:rPr lang="en-IN" sz="1600">
                <a:solidFill>
                  <a:srgbClr val="2F5496"/>
                </a:solidFill>
                <a:latin typeface="Calibri"/>
                <a:ea typeface="Calibri"/>
                <a:cs typeface="Calibri"/>
                <a:sym typeface="Calibri"/>
              </a:rPr>
              <a:t>What changes do you see in yourself in terms of your attitude, behaviour, thoughts?)</a:t>
            </a:r>
            <a:endParaRPr sz="1600"/>
          </a:p>
          <a:p>
            <a:pPr marL="343080" indent="-340560">
              <a:spcBef>
                <a:spcPts val="1800"/>
              </a:spcBef>
              <a:buSzPts val="1800"/>
              <a:buFont typeface="Calibri"/>
              <a:buAutoNum type="arabicPeriod"/>
            </a:pPr>
            <a:r>
              <a:rPr lang="en-IN" sz="1800" b="1">
                <a:latin typeface="Calibri"/>
                <a:ea typeface="Calibri"/>
                <a:cs typeface="Calibri"/>
                <a:sym typeface="Calibri"/>
              </a:rPr>
              <a:t>What does empowerment mean to you? </a:t>
            </a:r>
            <a:r>
              <a:rPr lang="en-IN" sz="1600">
                <a:solidFill>
                  <a:srgbClr val="2F5496"/>
                </a:solidFill>
                <a:latin typeface="Calibri"/>
                <a:ea typeface="Calibri"/>
                <a:cs typeface="Calibri"/>
                <a:sym typeface="Calibri"/>
              </a:rPr>
              <a:t>(Write your own definition of empowerment and how you implement it in your life)</a:t>
            </a:r>
            <a:endParaRPr sz="1600"/>
          </a:p>
        </p:txBody>
      </p:sp>
      <p:sp>
        <p:nvSpPr>
          <p:cNvPr id="786" name="Google Shape;786;p31"/>
          <p:cNvSpPr/>
          <p:nvPr/>
        </p:nvSpPr>
        <p:spPr>
          <a:xfrm>
            <a:off x="3108960" y="203042"/>
            <a:ext cx="2730600" cy="460211"/>
          </a:xfrm>
          <a:prstGeom prst="rect">
            <a:avLst/>
          </a:prstGeom>
          <a:noFill/>
          <a:ln>
            <a:noFill/>
          </a:ln>
        </p:spPr>
        <p:txBody>
          <a:bodyPr spcFirstLastPara="1" wrap="square" lIns="90000" tIns="45000" rIns="90000" bIns="45000" anchor="t" anchorCtr="0">
            <a:spAutoFit/>
          </a:bodyPr>
          <a:lstStyle/>
          <a:p>
            <a:pPr algn="ctr"/>
            <a:r>
              <a:rPr lang="en-IN" sz="2400">
                <a:solidFill>
                  <a:srgbClr val="2F5496"/>
                </a:solidFill>
                <a:latin typeface="Libre Baskerville"/>
                <a:ea typeface="Libre Baskerville"/>
                <a:cs typeface="Libre Baskerville"/>
                <a:sym typeface="Libre Baskerville"/>
              </a:rPr>
              <a:t>Homework</a:t>
            </a:r>
            <a:endParaRPr sz="2400"/>
          </a:p>
        </p:txBody>
      </p:sp>
      <p:pic>
        <p:nvPicPr>
          <p:cNvPr id="787" name="Google Shape;787;p31"/>
          <p:cNvPicPr preferRelativeResize="0"/>
          <p:nvPr/>
        </p:nvPicPr>
        <p:blipFill rotWithShape="1">
          <a:blip r:embed="rId4">
            <a:alphaModFix/>
          </a:blip>
          <a:srcRect l="9273" t="30771" r="9093" b="34965"/>
          <a:stretch/>
        </p:blipFill>
        <p:spPr>
          <a:xfrm>
            <a:off x="0" y="9302"/>
            <a:ext cx="1948200" cy="612600"/>
          </a:xfrm>
          <a:prstGeom prst="roundRect">
            <a:avLst>
              <a:gd name="adj" fmla="val 8594"/>
            </a:avLst>
          </a:prstGeom>
          <a:solidFill>
            <a:srgbClr val="ECECEC"/>
          </a:solidFill>
          <a:ln>
            <a:noFill/>
          </a:ln>
          <a:effectLst>
            <a:reflection stA="38000" endPos="28000" dist="5000" dir="5400000" fadeDir="5400012" sy="-100000" algn="bl" rotWithShape="0"/>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791"/>
        <p:cNvGrpSpPr/>
        <p:nvPr/>
      </p:nvGrpSpPr>
      <p:grpSpPr>
        <a:xfrm>
          <a:off x="0" y="0"/>
          <a:ext cx="0" cy="0"/>
          <a:chOff x="0" y="0"/>
          <a:chExt cx="0" cy="0"/>
        </a:xfrm>
      </p:grpSpPr>
      <p:pic>
        <p:nvPicPr>
          <p:cNvPr id="792" name="Google Shape;792;p32"/>
          <p:cNvPicPr preferRelativeResize="0"/>
          <p:nvPr/>
        </p:nvPicPr>
        <p:blipFill rotWithShape="1">
          <a:blip r:embed="rId3">
            <a:alphaModFix/>
          </a:blip>
          <a:srcRect l="23738" r="14757"/>
          <a:stretch/>
        </p:blipFill>
        <p:spPr>
          <a:xfrm>
            <a:off x="680400" y="1320480"/>
            <a:ext cx="4214880" cy="4214880"/>
          </a:xfrm>
          <a:prstGeom prst="rect">
            <a:avLst/>
          </a:prstGeom>
          <a:noFill/>
          <a:ln>
            <a:noFill/>
          </a:ln>
        </p:spPr>
      </p:pic>
      <p:pic>
        <p:nvPicPr>
          <p:cNvPr id="793" name="Google Shape;793;p32"/>
          <p:cNvPicPr preferRelativeResize="0"/>
          <p:nvPr/>
        </p:nvPicPr>
        <p:blipFill rotWithShape="1">
          <a:blip r:embed="rId4">
            <a:alphaModFix/>
          </a:blip>
          <a:srcRect l="11094" r="13906"/>
          <a:stretch/>
        </p:blipFill>
        <p:spPr>
          <a:xfrm>
            <a:off x="4692600" y="1575000"/>
            <a:ext cx="3705480" cy="3705480"/>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499</TotalTime>
  <Words>1366</Words>
  <Application>Microsoft Office PowerPoint</Application>
  <PresentationFormat>On-screen Show (4:3)</PresentationFormat>
  <Paragraphs>216</Paragraphs>
  <Slides>34</Slides>
  <Notes>34</Notes>
  <HiddenSlides>2</HiddenSlides>
  <MMClips>0</MMClips>
  <ScaleCrop>false</ScaleCrop>
  <HeadingPairs>
    <vt:vector size="6" baseType="variant">
      <vt:variant>
        <vt:lpstr>Fonts Used</vt:lpstr>
      </vt:variant>
      <vt:variant>
        <vt:i4>5</vt:i4>
      </vt:variant>
      <vt:variant>
        <vt:lpstr>Theme</vt:lpstr>
      </vt:variant>
      <vt:variant>
        <vt:i4>6</vt:i4>
      </vt:variant>
      <vt:variant>
        <vt:lpstr>Slide Titles</vt:lpstr>
      </vt:variant>
      <vt:variant>
        <vt:i4>34</vt:i4>
      </vt:variant>
    </vt:vector>
  </HeadingPairs>
  <TitlesOfParts>
    <vt:vector size="45" baseType="lpstr">
      <vt:lpstr>Trebuchet MS</vt:lpstr>
      <vt:lpstr>Arial</vt:lpstr>
      <vt:lpstr>Times New Roman</vt:lpstr>
      <vt:lpstr>Libre Baskerville</vt:lpstr>
      <vt:lpstr>Calibri</vt:lpstr>
      <vt:lpstr>Office Theme</vt:lpstr>
      <vt:lpstr>Office Theme</vt:lpstr>
      <vt:lpstr>Office Theme</vt:lpstr>
      <vt:lpstr>Office Theme</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srihari bestha</dc:creator>
  <cp:lastModifiedBy>Shaziya Sultana</cp:lastModifiedBy>
  <cp:revision>6</cp:revision>
  <dcterms:created xsi:type="dcterms:W3CDTF">2022-03-14T03:47:02Z</dcterms:created>
  <dcterms:modified xsi:type="dcterms:W3CDTF">2022-12-14T10:25:36Z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31</vt:i4>
  </property>
  <property fmtid="{D5CDD505-2E9C-101B-9397-08002B2CF9AE}" pid="8" name="PresentationFormat">
    <vt:lpwstr>On-screen Show (4:3)</vt:lpwstr>
  </property>
  <property fmtid="{D5CDD505-2E9C-101B-9397-08002B2CF9AE}" pid="9" name="ScaleCrop">
    <vt:bool>false</vt:bool>
  </property>
  <property fmtid="{D5CDD505-2E9C-101B-9397-08002B2CF9AE}" pid="10" name="ShareDoc">
    <vt:bool>false</vt:bool>
  </property>
  <property fmtid="{D5CDD505-2E9C-101B-9397-08002B2CF9AE}" pid="11" name="Slides">
    <vt:i4>32</vt:i4>
  </property>
</Properties>
</file>